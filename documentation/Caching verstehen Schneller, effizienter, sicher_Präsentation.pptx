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5" r:id="rId1"/>
  </p:sldMasterIdLst>
  <p:notesMasterIdLst>
    <p:notesMasterId r:id="rId30"/>
  </p:notesMasterIdLst>
  <p:sldIdLst>
    <p:sldId id="256" r:id="rId2"/>
    <p:sldId id="257" r:id="rId3"/>
    <p:sldId id="275" r:id="rId4"/>
    <p:sldId id="276" r:id="rId5"/>
    <p:sldId id="258" r:id="rId6"/>
    <p:sldId id="259" r:id="rId7"/>
    <p:sldId id="263" r:id="rId8"/>
    <p:sldId id="296" r:id="rId9"/>
    <p:sldId id="281" r:id="rId10"/>
    <p:sldId id="282" r:id="rId11"/>
    <p:sldId id="283" r:id="rId12"/>
    <p:sldId id="288" r:id="rId13"/>
    <p:sldId id="289" r:id="rId14"/>
    <p:sldId id="269" r:id="rId15"/>
    <p:sldId id="280" r:id="rId16"/>
    <p:sldId id="287" r:id="rId17"/>
    <p:sldId id="290" r:id="rId18"/>
    <p:sldId id="279" r:id="rId19"/>
    <p:sldId id="291" r:id="rId20"/>
    <p:sldId id="292" r:id="rId21"/>
    <p:sldId id="278" r:id="rId22"/>
    <p:sldId id="298" r:id="rId23"/>
    <p:sldId id="299" r:id="rId24"/>
    <p:sldId id="267" r:id="rId25"/>
    <p:sldId id="295" r:id="rId26"/>
    <p:sldId id="277" r:id="rId27"/>
    <p:sldId id="271" r:id="rId28"/>
    <p:sldId id="297" r:id="rId29"/>
  </p:sldIdLst>
  <p:sldSz cx="18288000" cy="10287000"/>
  <p:notesSz cx="6858000" cy="9144000"/>
  <p:embeddedFontLst>
    <p:embeddedFont>
      <p:font typeface="Lato" panose="020F0502020204030203" pitchFamily="34" charset="0"/>
      <p:regular r:id="rId31"/>
      <p:bold r:id="rId32"/>
      <p:italic r:id="rId33"/>
      <p:boldItalic r:id="rId34"/>
    </p:embeddedFont>
    <p:embeddedFont>
      <p:font typeface="Rajdhani" panose="020B0604020202020204" charset="0"/>
      <p:regular r:id="rId35"/>
      <p:bold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D29F"/>
    <a:srgbClr val="CCFFA4"/>
    <a:srgbClr val="F4FF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C26DE01-F523-4318-A409-E3855CED85CC}">
  <a:tblStyle styleId="{1C26DE01-F523-4318-A409-E3855CED85C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74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69FDC251-076B-EB07-6ED2-40361F7E3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:notes">
            <a:extLst>
              <a:ext uri="{FF2B5EF4-FFF2-40B4-BE49-F238E27FC236}">
                <a16:creationId xmlns:a16="http://schemas.microsoft.com/office/drawing/2014/main" id="{AA03B5D3-62A0-AE00-CB76-4C3A5FAE7A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2:notes">
            <a:extLst>
              <a:ext uri="{FF2B5EF4-FFF2-40B4-BE49-F238E27FC236}">
                <a16:creationId xmlns:a16="http://schemas.microsoft.com/office/drawing/2014/main" id="{DABAD801-6BA5-50A6-91D6-0340B32B99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391477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94957641-9453-A462-7F12-250540BF7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:notes">
            <a:extLst>
              <a:ext uri="{FF2B5EF4-FFF2-40B4-BE49-F238E27FC236}">
                <a16:creationId xmlns:a16="http://schemas.microsoft.com/office/drawing/2014/main" id="{A3047364-9A46-677A-9A00-BAD5DB32CF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2:notes">
            <a:extLst>
              <a:ext uri="{FF2B5EF4-FFF2-40B4-BE49-F238E27FC236}">
                <a16:creationId xmlns:a16="http://schemas.microsoft.com/office/drawing/2014/main" id="{9A9467B7-48B0-D3C7-7409-8135C0038A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243522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14D67517-7993-875B-A624-2EE8A1832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:notes">
            <a:extLst>
              <a:ext uri="{FF2B5EF4-FFF2-40B4-BE49-F238E27FC236}">
                <a16:creationId xmlns:a16="http://schemas.microsoft.com/office/drawing/2014/main" id="{272BE199-AC41-1BD9-33E5-D4AEA0DD24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3:notes">
            <a:extLst>
              <a:ext uri="{FF2B5EF4-FFF2-40B4-BE49-F238E27FC236}">
                <a16:creationId xmlns:a16="http://schemas.microsoft.com/office/drawing/2014/main" id="{E5B2ABB4-F696-5CFB-5281-98C3B8B0D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654367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>
          <a:extLst>
            <a:ext uri="{FF2B5EF4-FFF2-40B4-BE49-F238E27FC236}">
              <a16:creationId xmlns:a16="http://schemas.microsoft.com/office/drawing/2014/main" id="{DA0441CB-76FD-71D6-E483-72A77F990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12:notes">
            <a:extLst>
              <a:ext uri="{FF2B5EF4-FFF2-40B4-BE49-F238E27FC236}">
                <a16:creationId xmlns:a16="http://schemas.microsoft.com/office/drawing/2014/main" id="{11CE07D5-4FFC-65AC-E2C0-36292B4251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12:notes">
            <a:extLst>
              <a:ext uri="{FF2B5EF4-FFF2-40B4-BE49-F238E27FC236}">
                <a16:creationId xmlns:a16="http://schemas.microsoft.com/office/drawing/2014/main" id="{A7B75C90-15B9-B27F-2830-CD83CF861F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258696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>
          <a:extLst>
            <a:ext uri="{FF2B5EF4-FFF2-40B4-BE49-F238E27FC236}">
              <a16:creationId xmlns:a16="http://schemas.microsoft.com/office/drawing/2014/main" id="{653CC018-45C7-213F-5C8D-6C286147D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8:notes">
            <a:extLst>
              <a:ext uri="{FF2B5EF4-FFF2-40B4-BE49-F238E27FC236}">
                <a16:creationId xmlns:a16="http://schemas.microsoft.com/office/drawing/2014/main" id="{7C999B67-2DCC-4E73-10BD-7576F3826C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8:notes">
            <a:extLst>
              <a:ext uri="{FF2B5EF4-FFF2-40B4-BE49-F238E27FC236}">
                <a16:creationId xmlns:a16="http://schemas.microsoft.com/office/drawing/2014/main" id="{1BB47F89-782E-310D-8676-E0994098C9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468692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646B18FA-8A38-4CB3-7F3E-FC88C5B60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:notes">
            <a:extLst>
              <a:ext uri="{FF2B5EF4-FFF2-40B4-BE49-F238E27FC236}">
                <a16:creationId xmlns:a16="http://schemas.microsoft.com/office/drawing/2014/main" id="{91DBF2E4-2448-46C9-FDE4-473C29B304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3:notes">
            <a:extLst>
              <a:ext uri="{FF2B5EF4-FFF2-40B4-BE49-F238E27FC236}">
                <a16:creationId xmlns:a16="http://schemas.microsoft.com/office/drawing/2014/main" id="{01EDF98D-F616-9AF4-C252-CF6AD15C2D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92821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>
          <a:extLst>
            <a:ext uri="{FF2B5EF4-FFF2-40B4-BE49-F238E27FC236}">
              <a16:creationId xmlns:a16="http://schemas.microsoft.com/office/drawing/2014/main" id="{81AB6B49-7A4D-BC82-D118-862E5ECE0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8:notes">
            <a:extLst>
              <a:ext uri="{FF2B5EF4-FFF2-40B4-BE49-F238E27FC236}">
                <a16:creationId xmlns:a16="http://schemas.microsoft.com/office/drawing/2014/main" id="{E36903D4-9642-A999-E608-03AC79DA70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8:notes">
            <a:extLst>
              <a:ext uri="{FF2B5EF4-FFF2-40B4-BE49-F238E27FC236}">
                <a16:creationId xmlns:a16="http://schemas.microsoft.com/office/drawing/2014/main" id="{9718B2B7-969E-472B-5C6A-FBF9B87D20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485107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9" name="Google Shape;64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>
          <a:extLst>
            <a:ext uri="{FF2B5EF4-FFF2-40B4-BE49-F238E27FC236}">
              <a16:creationId xmlns:a16="http://schemas.microsoft.com/office/drawing/2014/main" id="{43178BC4-3B96-0AF4-7001-4205347EF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8:notes">
            <a:extLst>
              <a:ext uri="{FF2B5EF4-FFF2-40B4-BE49-F238E27FC236}">
                <a16:creationId xmlns:a16="http://schemas.microsoft.com/office/drawing/2014/main" id="{F64C826F-4E4F-AA89-E58A-3D4BE883DB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8:notes">
            <a:extLst>
              <a:ext uri="{FF2B5EF4-FFF2-40B4-BE49-F238E27FC236}">
                <a16:creationId xmlns:a16="http://schemas.microsoft.com/office/drawing/2014/main" id="{B74413A7-338B-494B-5EB6-AFF0CF92DB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61600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CUSTOM">
    <p:bg>
      <p:bgPr>
        <a:solidFill>
          <a:srgbClr val="08524D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title"/>
          </p:nvPr>
        </p:nvSpPr>
        <p:spPr>
          <a:xfrm>
            <a:off x="1028700" y="2872125"/>
            <a:ext cx="9579600" cy="30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CCFFA4"/>
              </a:buClr>
              <a:buSzPts val="10500"/>
              <a:buFont typeface="Rajdhani"/>
              <a:buNone/>
              <a:defRPr sz="10500" i="0" u="none" strike="noStrike" cap="none">
                <a:solidFill>
                  <a:srgbClr val="CCFFA4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title" idx="2"/>
          </p:nvPr>
        </p:nvSpPr>
        <p:spPr>
          <a:xfrm>
            <a:off x="1028700" y="6136025"/>
            <a:ext cx="9579600" cy="30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0"/>
              <a:buFont typeface="Rajdhani"/>
              <a:buNone/>
              <a:defRPr sz="10500" i="0" u="none" strike="noStrike" cap="none">
                <a:solidFill>
                  <a:schemeClr val="lt1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3"/>
          <p:cNvSpPr/>
          <p:nvPr/>
        </p:nvSpPr>
        <p:spPr>
          <a:xfrm>
            <a:off x="9411612" y="8303699"/>
            <a:ext cx="8439002" cy="1011916"/>
          </a:xfrm>
          <a:custGeom>
            <a:avLst/>
            <a:gdLst/>
            <a:ahLst/>
            <a:cxnLst/>
            <a:rect l="l" t="t" r="r" b="b"/>
            <a:pathLst>
              <a:path w="2222252" h="266469" extrusionOk="0">
                <a:moveTo>
                  <a:pt x="1111126" y="0"/>
                </a:moveTo>
                <a:cubicBezTo>
                  <a:pt x="497468" y="0"/>
                  <a:pt x="0" y="59651"/>
                  <a:pt x="0" y="133235"/>
                </a:cubicBezTo>
                <a:cubicBezTo>
                  <a:pt x="0" y="206818"/>
                  <a:pt x="497468" y="266469"/>
                  <a:pt x="1111126" y="266469"/>
                </a:cubicBezTo>
                <a:cubicBezTo>
                  <a:pt x="1724784" y="266469"/>
                  <a:pt x="2222252" y="206818"/>
                  <a:pt x="2222252" y="133235"/>
                </a:cubicBezTo>
                <a:cubicBezTo>
                  <a:pt x="2222252" y="59651"/>
                  <a:pt x="1724784" y="0"/>
                  <a:pt x="1111126" y="0"/>
                </a:cubicBezTo>
                <a:close/>
              </a:path>
            </a:pathLst>
          </a:custGeom>
          <a:solidFill>
            <a:srgbClr val="0730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" name="Google Shape;13;p3"/>
          <p:cNvPicPr preferRelativeResize="0"/>
          <p:nvPr/>
        </p:nvPicPr>
        <p:blipFill rotWithShape="1">
          <a:blip r:embed="rId2">
            <a:alphaModFix/>
          </a:blip>
          <a:srcRect r="3437"/>
          <a:stretch/>
        </p:blipFill>
        <p:spPr>
          <a:xfrm>
            <a:off x="8261800" y="1071825"/>
            <a:ext cx="10026200" cy="279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92600" y="3115611"/>
            <a:ext cx="7617423" cy="5789251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1028700" y="691400"/>
            <a:ext cx="4529700" cy="486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64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56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48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40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40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40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40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40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40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3"/>
          </p:nvPr>
        </p:nvSpPr>
        <p:spPr>
          <a:xfrm>
            <a:off x="12880325" y="691400"/>
            <a:ext cx="4529700" cy="486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 rtl="0">
              <a:spcBef>
                <a:spcPts val="64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r" rtl="0">
              <a:spcBef>
                <a:spcPts val="56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r" rtl="0">
              <a:spcBef>
                <a:spcPts val="48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r" rtl="0">
              <a:spcBef>
                <a:spcPts val="40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r" rtl="0">
              <a:spcBef>
                <a:spcPts val="40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r" rtl="0">
              <a:spcBef>
                <a:spcPts val="40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r" rtl="0">
              <a:spcBef>
                <a:spcPts val="40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r" rtl="0">
              <a:spcBef>
                <a:spcPts val="40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r" rtl="0">
              <a:spcBef>
                <a:spcPts val="40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3">
  <p:cSld name="CUSTOM_2">
    <p:bg>
      <p:bgPr>
        <a:solidFill>
          <a:srgbClr val="43D29F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oogle Shape;30;p5"/>
          <p:cNvGrpSpPr/>
          <p:nvPr/>
        </p:nvGrpSpPr>
        <p:grpSpPr>
          <a:xfrm>
            <a:off x="0" y="1238812"/>
            <a:ext cx="18288000" cy="4879047"/>
            <a:chOff x="0" y="25400"/>
            <a:chExt cx="24384000" cy="6505396"/>
          </a:xfrm>
        </p:grpSpPr>
        <p:cxnSp>
          <p:nvCxnSpPr>
            <p:cNvPr id="31" name="Google Shape;31;p5"/>
            <p:cNvCxnSpPr/>
            <p:nvPr/>
          </p:nvCxnSpPr>
          <p:spPr>
            <a:xfrm>
              <a:off x="0" y="25400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" name="Google Shape;32;p5"/>
            <p:cNvCxnSpPr/>
            <p:nvPr/>
          </p:nvCxnSpPr>
          <p:spPr>
            <a:xfrm>
              <a:off x="0" y="1651749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" name="Google Shape;33;p5"/>
            <p:cNvCxnSpPr/>
            <p:nvPr/>
          </p:nvCxnSpPr>
          <p:spPr>
            <a:xfrm>
              <a:off x="0" y="3278098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" name="Google Shape;34;p5"/>
            <p:cNvCxnSpPr/>
            <p:nvPr/>
          </p:nvCxnSpPr>
          <p:spPr>
            <a:xfrm>
              <a:off x="0" y="4904447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5" name="Google Shape;35;p5"/>
            <p:cNvCxnSpPr/>
            <p:nvPr/>
          </p:nvCxnSpPr>
          <p:spPr>
            <a:xfrm>
              <a:off x="0" y="6530796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36" name="Google Shape;36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145451" y="330970"/>
            <a:ext cx="12011669" cy="8367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" name="Google Shape;37;p5"/>
          <p:cNvGrpSpPr/>
          <p:nvPr/>
        </p:nvGrpSpPr>
        <p:grpSpPr>
          <a:xfrm>
            <a:off x="0" y="6993082"/>
            <a:ext cx="18288118" cy="3294190"/>
            <a:chOff x="0" y="-85725"/>
            <a:chExt cx="4816592" cy="867600"/>
          </a:xfrm>
        </p:grpSpPr>
        <p:sp>
          <p:nvSpPr>
            <p:cNvPr id="38" name="Google Shape;38;p5"/>
            <p:cNvSpPr/>
            <p:nvPr/>
          </p:nvSpPr>
          <p:spPr>
            <a:xfrm>
              <a:off x="0" y="0"/>
              <a:ext cx="4816592" cy="781808"/>
            </a:xfrm>
            <a:custGeom>
              <a:avLst/>
              <a:gdLst/>
              <a:ahLst/>
              <a:cxnLst/>
              <a:rect l="l" t="t" r="r" b="b"/>
              <a:pathLst>
                <a:path w="4816592" h="781808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781808"/>
                  </a:lnTo>
                  <a:lnTo>
                    <a:pt x="0" y="781808"/>
                  </a:lnTo>
                  <a:close/>
                </a:path>
              </a:pathLst>
            </a:custGeom>
            <a:solidFill>
              <a:srgbClr val="08524D"/>
            </a:solidFill>
            <a:ln>
              <a:noFill/>
            </a:ln>
          </p:spPr>
        </p:sp>
        <p:sp>
          <p:nvSpPr>
            <p:cNvPr id="39" name="Google Shape;39;p5"/>
            <p:cNvSpPr txBox="1"/>
            <p:nvPr/>
          </p:nvSpPr>
          <p:spPr>
            <a:xfrm>
              <a:off x="0" y="-85725"/>
              <a:ext cx="4816500" cy="86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" name="Google Shape;40;p5"/>
          <p:cNvSpPr txBox="1"/>
          <p:nvPr/>
        </p:nvSpPr>
        <p:spPr>
          <a:xfrm>
            <a:off x="331466" y="7376960"/>
            <a:ext cx="3231000" cy="27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969" b="0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01</a:t>
            </a:r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title"/>
          </p:nvPr>
        </p:nvSpPr>
        <p:spPr>
          <a:xfrm>
            <a:off x="3652333" y="7332355"/>
            <a:ext cx="14049900" cy="161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7950"/>
              <a:buNone/>
              <a:defRPr sz="1795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5">
  <p:cSld name="CUSTOM_4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7"/>
          <p:cNvSpPr txBox="1">
            <a:spLocks noGrp="1"/>
          </p:cNvSpPr>
          <p:nvPr>
            <p:ph type="title"/>
          </p:nvPr>
        </p:nvSpPr>
        <p:spPr>
          <a:xfrm>
            <a:off x="1028700" y="605150"/>
            <a:ext cx="16817100" cy="161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0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5" name="Google Shape;65;p7"/>
          <p:cNvGrpSpPr/>
          <p:nvPr/>
        </p:nvGrpSpPr>
        <p:grpSpPr>
          <a:xfrm>
            <a:off x="2166573" y="2944098"/>
            <a:ext cx="2412329" cy="3043076"/>
            <a:chOff x="0" y="0"/>
            <a:chExt cx="3216439" cy="4057435"/>
          </a:xfrm>
        </p:grpSpPr>
        <p:sp>
          <p:nvSpPr>
            <p:cNvPr id="66" name="Google Shape;66;p7"/>
            <p:cNvSpPr/>
            <p:nvPr/>
          </p:nvSpPr>
          <p:spPr>
            <a:xfrm>
              <a:off x="0" y="0"/>
              <a:ext cx="3216439" cy="4057435"/>
            </a:xfrm>
            <a:custGeom>
              <a:avLst/>
              <a:gdLst/>
              <a:ahLst/>
              <a:cxnLst/>
              <a:rect l="l" t="t" r="r" b="b"/>
              <a:pathLst>
                <a:path w="3216439" h="4057435" extrusionOk="0">
                  <a:moveTo>
                    <a:pt x="0" y="0"/>
                  </a:moveTo>
                  <a:lnTo>
                    <a:pt x="3216439" y="0"/>
                  </a:lnTo>
                  <a:lnTo>
                    <a:pt x="3216439" y="4057435"/>
                  </a:lnTo>
                  <a:lnTo>
                    <a:pt x="0" y="405743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grpSp>
          <p:nvGrpSpPr>
            <p:cNvPr id="67" name="Google Shape;67;p7"/>
            <p:cNvGrpSpPr/>
            <p:nvPr/>
          </p:nvGrpSpPr>
          <p:grpSpPr>
            <a:xfrm>
              <a:off x="497212" y="353734"/>
              <a:ext cx="2222033" cy="2248072"/>
              <a:chOff x="0" y="-9525"/>
              <a:chExt cx="812800" cy="822325"/>
            </a:xfrm>
          </p:grpSpPr>
          <p:sp>
            <p:nvSpPr>
              <p:cNvPr id="68" name="Google Shape;68;p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CFF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7"/>
              <p:cNvSpPr txBox="1"/>
              <p:nvPr/>
            </p:nvSpPr>
            <p:spPr>
              <a:xfrm>
                <a:off x="76200" y="-9525"/>
                <a:ext cx="660300" cy="74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" name="Google Shape;70;p7"/>
          <p:cNvGrpSpPr/>
          <p:nvPr/>
        </p:nvGrpSpPr>
        <p:grpSpPr>
          <a:xfrm>
            <a:off x="6014081" y="2944098"/>
            <a:ext cx="2412329" cy="3043076"/>
            <a:chOff x="0" y="0"/>
            <a:chExt cx="3216439" cy="4057435"/>
          </a:xfrm>
        </p:grpSpPr>
        <p:sp>
          <p:nvSpPr>
            <p:cNvPr id="71" name="Google Shape;71;p7"/>
            <p:cNvSpPr/>
            <p:nvPr/>
          </p:nvSpPr>
          <p:spPr>
            <a:xfrm>
              <a:off x="0" y="0"/>
              <a:ext cx="3216439" cy="4057435"/>
            </a:xfrm>
            <a:custGeom>
              <a:avLst/>
              <a:gdLst/>
              <a:ahLst/>
              <a:cxnLst/>
              <a:rect l="l" t="t" r="r" b="b"/>
              <a:pathLst>
                <a:path w="3216439" h="4057435" extrusionOk="0">
                  <a:moveTo>
                    <a:pt x="0" y="0"/>
                  </a:moveTo>
                  <a:lnTo>
                    <a:pt x="3216439" y="0"/>
                  </a:lnTo>
                  <a:lnTo>
                    <a:pt x="3216439" y="4057435"/>
                  </a:lnTo>
                  <a:lnTo>
                    <a:pt x="0" y="405743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grpSp>
          <p:nvGrpSpPr>
            <p:cNvPr id="72" name="Google Shape;72;p7"/>
            <p:cNvGrpSpPr/>
            <p:nvPr/>
          </p:nvGrpSpPr>
          <p:grpSpPr>
            <a:xfrm>
              <a:off x="497212" y="353734"/>
              <a:ext cx="2222033" cy="2248072"/>
              <a:chOff x="0" y="-9525"/>
              <a:chExt cx="812800" cy="822325"/>
            </a:xfrm>
          </p:grpSpPr>
          <p:sp>
            <p:nvSpPr>
              <p:cNvPr id="73" name="Google Shape;73;p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3D2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7"/>
              <p:cNvSpPr txBox="1"/>
              <p:nvPr/>
            </p:nvSpPr>
            <p:spPr>
              <a:xfrm>
                <a:off x="76200" y="-9525"/>
                <a:ext cx="660300" cy="74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5" name="Google Shape;75;p7"/>
          <p:cNvGrpSpPr/>
          <p:nvPr/>
        </p:nvGrpSpPr>
        <p:grpSpPr>
          <a:xfrm>
            <a:off x="9861589" y="2944098"/>
            <a:ext cx="2412329" cy="3043076"/>
            <a:chOff x="0" y="0"/>
            <a:chExt cx="3216439" cy="4057435"/>
          </a:xfrm>
        </p:grpSpPr>
        <p:sp>
          <p:nvSpPr>
            <p:cNvPr id="76" name="Google Shape;76;p7"/>
            <p:cNvSpPr/>
            <p:nvPr/>
          </p:nvSpPr>
          <p:spPr>
            <a:xfrm>
              <a:off x="0" y="0"/>
              <a:ext cx="3216439" cy="4057435"/>
            </a:xfrm>
            <a:custGeom>
              <a:avLst/>
              <a:gdLst/>
              <a:ahLst/>
              <a:cxnLst/>
              <a:rect l="l" t="t" r="r" b="b"/>
              <a:pathLst>
                <a:path w="3216439" h="4057435" extrusionOk="0">
                  <a:moveTo>
                    <a:pt x="0" y="0"/>
                  </a:moveTo>
                  <a:lnTo>
                    <a:pt x="3216439" y="0"/>
                  </a:lnTo>
                  <a:lnTo>
                    <a:pt x="3216439" y="4057435"/>
                  </a:lnTo>
                  <a:lnTo>
                    <a:pt x="0" y="405743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grpSp>
          <p:nvGrpSpPr>
            <p:cNvPr id="77" name="Google Shape;77;p7"/>
            <p:cNvGrpSpPr/>
            <p:nvPr/>
          </p:nvGrpSpPr>
          <p:grpSpPr>
            <a:xfrm>
              <a:off x="497212" y="353734"/>
              <a:ext cx="2222033" cy="2248072"/>
              <a:chOff x="0" y="-9525"/>
              <a:chExt cx="812800" cy="822325"/>
            </a:xfrm>
          </p:grpSpPr>
          <p:sp>
            <p:nvSpPr>
              <p:cNvPr id="78" name="Google Shape;78;p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CFF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7"/>
              <p:cNvSpPr txBox="1"/>
              <p:nvPr/>
            </p:nvSpPr>
            <p:spPr>
              <a:xfrm>
                <a:off x="76200" y="-9525"/>
                <a:ext cx="660300" cy="74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0" name="Google Shape;80;p7"/>
          <p:cNvGrpSpPr/>
          <p:nvPr/>
        </p:nvGrpSpPr>
        <p:grpSpPr>
          <a:xfrm>
            <a:off x="13709097" y="2944098"/>
            <a:ext cx="2412329" cy="3043076"/>
            <a:chOff x="0" y="0"/>
            <a:chExt cx="3216439" cy="4057435"/>
          </a:xfrm>
        </p:grpSpPr>
        <p:sp>
          <p:nvSpPr>
            <p:cNvPr id="81" name="Google Shape;81;p7"/>
            <p:cNvSpPr/>
            <p:nvPr/>
          </p:nvSpPr>
          <p:spPr>
            <a:xfrm>
              <a:off x="0" y="0"/>
              <a:ext cx="3216439" cy="4057435"/>
            </a:xfrm>
            <a:custGeom>
              <a:avLst/>
              <a:gdLst/>
              <a:ahLst/>
              <a:cxnLst/>
              <a:rect l="l" t="t" r="r" b="b"/>
              <a:pathLst>
                <a:path w="3216439" h="4057435" extrusionOk="0">
                  <a:moveTo>
                    <a:pt x="0" y="0"/>
                  </a:moveTo>
                  <a:lnTo>
                    <a:pt x="3216439" y="0"/>
                  </a:lnTo>
                  <a:lnTo>
                    <a:pt x="3216439" y="4057435"/>
                  </a:lnTo>
                  <a:lnTo>
                    <a:pt x="0" y="405743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grpSp>
          <p:nvGrpSpPr>
            <p:cNvPr id="82" name="Google Shape;82;p7"/>
            <p:cNvGrpSpPr/>
            <p:nvPr/>
          </p:nvGrpSpPr>
          <p:grpSpPr>
            <a:xfrm>
              <a:off x="497212" y="353734"/>
              <a:ext cx="2222033" cy="2248072"/>
              <a:chOff x="0" y="-9525"/>
              <a:chExt cx="812800" cy="822325"/>
            </a:xfrm>
          </p:grpSpPr>
          <p:sp>
            <p:nvSpPr>
              <p:cNvPr id="83" name="Google Shape;83;p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3D2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7"/>
              <p:cNvSpPr txBox="1"/>
              <p:nvPr/>
            </p:nvSpPr>
            <p:spPr>
              <a:xfrm>
                <a:off x="76200" y="-9525"/>
                <a:ext cx="660300" cy="74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85" name="Google Shape;85;p7"/>
          <p:cNvCxnSpPr/>
          <p:nvPr/>
        </p:nvCxnSpPr>
        <p:spPr>
          <a:xfrm>
            <a:off x="0" y="6465139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F5F6F7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86" name="Google Shape;86;p7"/>
          <p:cNvGrpSpPr/>
          <p:nvPr/>
        </p:nvGrpSpPr>
        <p:grpSpPr>
          <a:xfrm>
            <a:off x="7017575" y="6278589"/>
            <a:ext cx="405343" cy="410093"/>
            <a:chOff x="0" y="-9525"/>
            <a:chExt cx="812800" cy="822325"/>
          </a:xfrm>
        </p:grpSpPr>
        <p:sp>
          <p:nvSpPr>
            <p:cNvPr id="87" name="Google Shape;87;p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3D2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7"/>
            <p:cNvSpPr txBox="1"/>
            <p:nvPr/>
          </p:nvSpPr>
          <p:spPr>
            <a:xfrm>
              <a:off x="76200" y="-9525"/>
              <a:ext cx="660300" cy="74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9" name="Google Shape;89;p7"/>
          <p:cNvGrpSpPr/>
          <p:nvPr/>
        </p:nvGrpSpPr>
        <p:grpSpPr>
          <a:xfrm>
            <a:off x="14705308" y="6278589"/>
            <a:ext cx="405343" cy="410093"/>
            <a:chOff x="0" y="-9525"/>
            <a:chExt cx="812800" cy="822325"/>
          </a:xfrm>
        </p:grpSpPr>
        <p:sp>
          <p:nvSpPr>
            <p:cNvPr id="90" name="Google Shape;90;p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3D2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7"/>
            <p:cNvSpPr txBox="1"/>
            <p:nvPr/>
          </p:nvSpPr>
          <p:spPr>
            <a:xfrm>
              <a:off x="76200" y="-9525"/>
              <a:ext cx="660300" cy="74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" name="Google Shape;92;p7"/>
          <p:cNvGrpSpPr/>
          <p:nvPr/>
        </p:nvGrpSpPr>
        <p:grpSpPr>
          <a:xfrm>
            <a:off x="10861442" y="6259588"/>
            <a:ext cx="405343" cy="429094"/>
            <a:chOff x="0" y="-47625"/>
            <a:chExt cx="812800" cy="860425"/>
          </a:xfrm>
        </p:grpSpPr>
        <p:sp>
          <p:nvSpPr>
            <p:cNvPr id="93" name="Google Shape;93;p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F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7"/>
            <p:cNvSpPr txBox="1"/>
            <p:nvPr/>
          </p:nvSpPr>
          <p:spPr>
            <a:xfrm>
              <a:off x="76200" y="-47625"/>
              <a:ext cx="660300" cy="78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44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5" name="Google Shape;95;p7"/>
          <p:cNvGrpSpPr/>
          <p:nvPr/>
        </p:nvGrpSpPr>
        <p:grpSpPr>
          <a:xfrm>
            <a:off x="3170068" y="6259588"/>
            <a:ext cx="405343" cy="429094"/>
            <a:chOff x="0" y="-47625"/>
            <a:chExt cx="812800" cy="860425"/>
          </a:xfrm>
        </p:grpSpPr>
        <p:sp>
          <p:nvSpPr>
            <p:cNvPr id="96" name="Google Shape;96;p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F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7"/>
            <p:cNvSpPr txBox="1"/>
            <p:nvPr/>
          </p:nvSpPr>
          <p:spPr>
            <a:xfrm>
              <a:off x="76200" y="-47625"/>
              <a:ext cx="660300" cy="78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44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8" name="Google Shape;98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54125" y="3505584"/>
            <a:ext cx="1404250" cy="1510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53207" y="3519677"/>
            <a:ext cx="1404250" cy="1431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365625" y="3577545"/>
            <a:ext cx="1404250" cy="1366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126200" y="3515075"/>
            <a:ext cx="1496049" cy="151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7"/>
          <p:cNvSpPr txBox="1">
            <a:spLocks noGrp="1"/>
          </p:cNvSpPr>
          <p:nvPr>
            <p:ph type="subTitle" idx="1"/>
          </p:nvPr>
        </p:nvSpPr>
        <p:spPr>
          <a:xfrm>
            <a:off x="1891500" y="7031575"/>
            <a:ext cx="2929500" cy="60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2550"/>
              <a:buNone/>
              <a:defRPr sz="2550" b="1"/>
            </a:lvl1pPr>
            <a:lvl2pPr lvl="1" rtl="0">
              <a:spcBef>
                <a:spcPts val="56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7"/>
          <p:cNvSpPr txBox="1">
            <a:spLocks noGrp="1"/>
          </p:cNvSpPr>
          <p:nvPr>
            <p:ph type="body" idx="2"/>
          </p:nvPr>
        </p:nvSpPr>
        <p:spPr>
          <a:xfrm>
            <a:off x="1783800" y="7984050"/>
            <a:ext cx="3144900" cy="170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rtl="0">
              <a:spcBef>
                <a:spcPts val="640"/>
              </a:spcBef>
              <a:spcAft>
                <a:spcPts val="0"/>
              </a:spcAft>
              <a:buSzPts val="2000"/>
              <a:buChar char="•"/>
              <a:defRPr/>
            </a:lvl1pPr>
            <a:lvl2pPr marL="914400" lvl="1" indent="-355600" rtl="0">
              <a:spcBef>
                <a:spcPts val="560"/>
              </a:spcBef>
              <a:spcAft>
                <a:spcPts val="0"/>
              </a:spcAft>
              <a:buSzPts val="2000"/>
              <a:buChar char="–"/>
              <a:defRPr/>
            </a:lvl2pPr>
            <a:lvl3pPr marL="1371600" lvl="2" indent="-355600" rtl="0">
              <a:spcBef>
                <a:spcPts val="48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55600" rtl="0"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marL="2286000" lvl="4" indent="-355600" rtl="0"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marL="2743200" lvl="5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7"/>
          <p:cNvSpPr txBox="1">
            <a:spLocks noGrp="1"/>
          </p:cNvSpPr>
          <p:nvPr>
            <p:ph type="subTitle" idx="3"/>
          </p:nvPr>
        </p:nvSpPr>
        <p:spPr>
          <a:xfrm>
            <a:off x="5755488" y="7031575"/>
            <a:ext cx="2929500" cy="60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2550"/>
              <a:buNone/>
              <a:defRPr sz="2550" b="1"/>
            </a:lvl1pPr>
            <a:lvl2pPr lvl="1" rtl="0">
              <a:spcBef>
                <a:spcPts val="56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7"/>
          <p:cNvSpPr txBox="1">
            <a:spLocks noGrp="1"/>
          </p:cNvSpPr>
          <p:nvPr>
            <p:ph type="body" idx="4"/>
          </p:nvPr>
        </p:nvSpPr>
        <p:spPr>
          <a:xfrm>
            <a:off x="5647788" y="7984050"/>
            <a:ext cx="3144900" cy="170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rtl="0">
              <a:spcBef>
                <a:spcPts val="640"/>
              </a:spcBef>
              <a:spcAft>
                <a:spcPts val="0"/>
              </a:spcAft>
              <a:buSzPts val="2000"/>
              <a:buChar char="•"/>
              <a:defRPr/>
            </a:lvl1pPr>
            <a:lvl2pPr marL="914400" lvl="1" indent="-355600" rtl="0">
              <a:spcBef>
                <a:spcPts val="560"/>
              </a:spcBef>
              <a:spcAft>
                <a:spcPts val="0"/>
              </a:spcAft>
              <a:buSzPts val="2000"/>
              <a:buChar char="–"/>
              <a:defRPr/>
            </a:lvl2pPr>
            <a:lvl3pPr marL="1371600" lvl="2" indent="-355600" rtl="0">
              <a:spcBef>
                <a:spcPts val="48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55600" rtl="0"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marL="2286000" lvl="4" indent="-355600" rtl="0"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marL="2743200" lvl="5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7"/>
          <p:cNvSpPr txBox="1">
            <a:spLocks noGrp="1"/>
          </p:cNvSpPr>
          <p:nvPr>
            <p:ph type="subTitle" idx="5"/>
          </p:nvPr>
        </p:nvSpPr>
        <p:spPr>
          <a:xfrm>
            <a:off x="9599350" y="7031575"/>
            <a:ext cx="2929500" cy="60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2550"/>
              <a:buNone/>
              <a:defRPr sz="2550" b="1"/>
            </a:lvl1pPr>
            <a:lvl2pPr lvl="1" rtl="0">
              <a:spcBef>
                <a:spcPts val="56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7"/>
          <p:cNvSpPr txBox="1">
            <a:spLocks noGrp="1"/>
          </p:cNvSpPr>
          <p:nvPr>
            <p:ph type="body" idx="6"/>
          </p:nvPr>
        </p:nvSpPr>
        <p:spPr>
          <a:xfrm>
            <a:off x="9491650" y="7984050"/>
            <a:ext cx="3144900" cy="170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rtl="0">
              <a:spcBef>
                <a:spcPts val="640"/>
              </a:spcBef>
              <a:spcAft>
                <a:spcPts val="0"/>
              </a:spcAft>
              <a:buSzPts val="2000"/>
              <a:buChar char="•"/>
              <a:defRPr/>
            </a:lvl1pPr>
            <a:lvl2pPr marL="914400" lvl="1" indent="-355600" rtl="0">
              <a:spcBef>
                <a:spcPts val="560"/>
              </a:spcBef>
              <a:spcAft>
                <a:spcPts val="0"/>
              </a:spcAft>
              <a:buSzPts val="2000"/>
              <a:buChar char="–"/>
              <a:defRPr/>
            </a:lvl2pPr>
            <a:lvl3pPr marL="1371600" lvl="2" indent="-355600" rtl="0">
              <a:spcBef>
                <a:spcPts val="48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55600" rtl="0"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marL="2286000" lvl="4" indent="-355600" rtl="0"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marL="2743200" lvl="5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7"/>
          <p:cNvSpPr txBox="1">
            <a:spLocks noGrp="1"/>
          </p:cNvSpPr>
          <p:nvPr>
            <p:ph type="subTitle" idx="7"/>
          </p:nvPr>
        </p:nvSpPr>
        <p:spPr>
          <a:xfrm>
            <a:off x="13409475" y="7031575"/>
            <a:ext cx="2929500" cy="60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2550"/>
              <a:buNone/>
              <a:defRPr sz="2550" b="1"/>
            </a:lvl1pPr>
            <a:lvl2pPr lvl="1" rtl="0">
              <a:spcBef>
                <a:spcPts val="56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7"/>
          <p:cNvSpPr txBox="1">
            <a:spLocks noGrp="1"/>
          </p:cNvSpPr>
          <p:nvPr>
            <p:ph type="body" idx="8"/>
          </p:nvPr>
        </p:nvSpPr>
        <p:spPr>
          <a:xfrm>
            <a:off x="13301775" y="7984050"/>
            <a:ext cx="3144900" cy="170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rtl="0">
              <a:spcBef>
                <a:spcPts val="640"/>
              </a:spcBef>
              <a:spcAft>
                <a:spcPts val="0"/>
              </a:spcAft>
              <a:buSzPts val="2000"/>
              <a:buChar char="•"/>
              <a:defRPr/>
            </a:lvl1pPr>
            <a:lvl2pPr marL="914400" lvl="1" indent="-355600" rtl="0">
              <a:spcBef>
                <a:spcPts val="560"/>
              </a:spcBef>
              <a:spcAft>
                <a:spcPts val="0"/>
              </a:spcAft>
              <a:buSzPts val="2000"/>
              <a:buChar char="–"/>
              <a:defRPr/>
            </a:lvl2pPr>
            <a:lvl3pPr marL="1371600" lvl="2" indent="-355600" rtl="0">
              <a:spcBef>
                <a:spcPts val="48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55600" rtl="0"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marL="2286000" lvl="4" indent="-355600" rtl="0"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marL="2743200" lvl="5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24D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10600" y="274650"/>
            <a:ext cx="17266800" cy="16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CCFFA4"/>
              </a:buClr>
              <a:buSzPts val="10500"/>
              <a:buFont typeface="Rajdhani"/>
              <a:buNone/>
              <a:defRPr sz="10500" i="0" u="none" strike="noStrike" cap="none">
                <a:solidFill>
                  <a:srgbClr val="CCFFA4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029200" y="250492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5600" algn="ctr" rtl="0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ato"/>
              <a:buChar char="•"/>
              <a:defRPr sz="200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55600" algn="ctr" rtl="0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ato"/>
              <a:buChar char="–"/>
              <a:defRPr sz="200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ctr" rtl="0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ato"/>
              <a:buChar char="•"/>
              <a:defRPr sz="200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55600" algn="ctr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ato"/>
              <a:buChar char="–"/>
              <a:defRPr sz="200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55600" algn="ctr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ato"/>
              <a:buChar char="»"/>
              <a:defRPr sz="200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55600" algn="ctr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ato"/>
              <a:buChar char="•"/>
              <a:defRPr sz="200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55600" algn="ctr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ato"/>
              <a:buChar char="•"/>
              <a:defRPr sz="200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55600" algn="ctr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ato"/>
              <a:buChar char="•"/>
              <a:defRPr sz="200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55600" algn="ctr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ato"/>
              <a:buChar char="•"/>
              <a:defRPr sz="200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24D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"/>
          <p:cNvSpPr/>
          <p:nvPr/>
        </p:nvSpPr>
        <p:spPr>
          <a:xfrm>
            <a:off x="9411612" y="8303699"/>
            <a:ext cx="8437612" cy="1011751"/>
          </a:xfrm>
          <a:custGeom>
            <a:avLst/>
            <a:gdLst/>
            <a:ahLst/>
            <a:cxnLst/>
            <a:rect l="l" t="t" r="r" b="b"/>
            <a:pathLst>
              <a:path w="2222252" h="266469" extrusionOk="0">
                <a:moveTo>
                  <a:pt x="1111126" y="0"/>
                </a:moveTo>
                <a:cubicBezTo>
                  <a:pt x="497468" y="0"/>
                  <a:pt x="0" y="59651"/>
                  <a:pt x="0" y="133235"/>
                </a:cubicBezTo>
                <a:cubicBezTo>
                  <a:pt x="0" y="206818"/>
                  <a:pt x="497468" y="266469"/>
                  <a:pt x="1111126" y="266469"/>
                </a:cubicBezTo>
                <a:cubicBezTo>
                  <a:pt x="1724784" y="266469"/>
                  <a:pt x="2222252" y="206818"/>
                  <a:pt x="2222252" y="133235"/>
                </a:cubicBezTo>
                <a:cubicBezTo>
                  <a:pt x="2222252" y="59651"/>
                  <a:pt x="1724784" y="0"/>
                  <a:pt x="1111126" y="0"/>
                </a:cubicBezTo>
                <a:close/>
              </a:path>
            </a:pathLst>
          </a:custGeom>
          <a:solidFill>
            <a:srgbClr val="0730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" name="Google Shape;152;p9"/>
          <p:cNvPicPr preferRelativeResize="0"/>
          <p:nvPr/>
        </p:nvPicPr>
        <p:blipFill rotWithShape="1">
          <a:blip r:embed="rId3">
            <a:alphaModFix/>
          </a:blip>
          <a:srcRect r="3437"/>
          <a:stretch/>
        </p:blipFill>
        <p:spPr>
          <a:xfrm>
            <a:off x="8261800" y="160635"/>
            <a:ext cx="10026200" cy="279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68084" y="3657600"/>
            <a:ext cx="6641939" cy="5247262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9"/>
          <p:cNvSpPr txBox="1"/>
          <p:nvPr/>
        </p:nvSpPr>
        <p:spPr>
          <a:xfrm>
            <a:off x="1028700" y="2959960"/>
            <a:ext cx="9466428" cy="1495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600" dirty="0">
                <a:solidFill>
                  <a:srgbClr val="FFFFFF"/>
                </a:solidFill>
                <a:latin typeface="Rajdhani"/>
                <a:cs typeface="Rajdhani"/>
              </a:rPr>
              <a:t>Caching verstehen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155" name="Google Shape;155;p9"/>
          <p:cNvSpPr txBox="1"/>
          <p:nvPr/>
        </p:nvSpPr>
        <p:spPr>
          <a:xfrm>
            <a:off x="1028700" y="4353164"/>
            <a:ext cx="8916253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de-DE" sz="4400" dirty="0">
                <a:solidFill>
                  <a:srgbClr val="CCFFA4"/>
                </a:solidFill>
                <a:latin typeface="Rajdhani"/>
                <a:cs typeface="Rajdhani"/>
              </a:rPr>
              <a:t>Schneller, effizienter, sicher</a:t>
            </a:r>
          </a:p>
        </p:txBody>
      </p:sp>
      <p:sp>
        <p:nvSpPr>
          <p:cNvPr id="2" name="Google Shape;155;p9">
            <a:extLst>
              <a:ext uri="{FF2B5EF4-FFF2-40B4-BE49-F238E27FC236}">
                <a16:creationId xmlns:a16="http://schemas.microsoft.com/office/drawing/2014/main" id="{178A57B9-2F68-8DB5-319A-9F5C8A7AD2FD}"/>
              </a:ext>
            </a:extLst>
          </p:cNvPr>
          <p:cNvSpPr txBox="1"/>
          <p:nvPr/>
        </p:nvSpPr>
        <p:spPr>
          <a:xfrm>
            <a:off x="1028700" y="9747437"/>
            <a:ext cx="275173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de-DE" sz="2400" dirty="0">
                <a:solidFill>
                  <a:srgbClr val="CCFFA4"/>
                </a:solidFill>
                <a:latin typeface="Rajdhani"/>
                <a:cs typeface="Rajdhani"/>
              </a:rPr>
              <a:t>Torsten Steinmüller</a:t>
            </a:r>
            <a:endParaRPr sz="2400" dirty="0">
              <a:solidFill>
                <a:srgbClr val="CCFFA4"/>
              </a:solidFill>
              <a:latin typeface="Rajdhani"/>
              <a:cs typeface="Rajdhani"/>
            </a:endParaRPr>
          </a:p>
        </p:txBody>
      </p:sp>
      <p:sp>
        <p:nvSpPr>
          <p:cNvPr id="3" name="Google Shape;155;p9">
            <a:extLst>
              <a:ext uri="{FF2B5EF4-FFF2-40B4-BE49-F238E27FC236}">
                <a16:creationId xmlns:a16="http://schemas.microsoft.com/office/drawing/2014/main" id="{B2CBF5A3-EEAB-5BF6-DE7D-B6D9EE373371}"/>
              </a:ext>
            </a:extLst>
          </p:cNvPr>
          <p:cNvSpPr txBox="1"/>
          <p:nvPr/>
        </p:nvSpPr>
        <p:spPr>
          <a:xfrm>
            <a:off x="13893421" y="9747436"/>
            <a:ext cx="3782704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r">
              <a:lnSpc>
                <a:spcPct val="90000"/>
              </a:lnSpc>
            </a:pPr>
            <a:r>
              <a:rPr lang="de-DE" sz="2400" dirty="0">
                <a:solidFill>
                  <a:srgbClr val="CCFFA4"/>
                </a:solidFill>
                <a:latin typeface="Rajdhani"/>
                <a:cs typeface="Rajdhani"/>
              </a:rPr>
              <a:t>Kamal Badawi – 5236028</a:t>
            </a:r>
            <a:endParaRPr sz="2400" dirty="0">
              <a:solidFill>
                <a:srgbClr val="CCFFA4"/>
              </a:solidFill>
              <a:latin typeface="Rajdhani"/>
              <a:cs typeface="Rajdhani"/>
            </a:endParaRPr>
          </a:p>
        </p:txBody>
      </p:sp>
      <p:sp>
        <p:nvSpPr>
          <p:cNvPr id="4" name="Google Shape;155;p9">
            <a:extLst>
              <a:ext uri="{FF2B5EF4-FFF2-40B4-BE49-F238E27FC236}">
                <a16:creationId xmlns:a16="http://schemas.microsoft.com/office/drawing/2014/main" id="{D05C64BF-F848-0BC7-BB08-05F1C339F8A9}"/>
              </a:ext>
            </a:extLst>
          </p:cNvPr>
          <p:cNvSpPr txBox="1"/>
          <p:nvPr/>
        </p:nvSpPr>
        <p:spPr>
          <a:xfrm>
            <a:off x="7252648" y="9747435"/>
            <a:ext cx="3782704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90000"/>
              </a:lnSpc>
            </a:pPr>
            <a:r>
              <a:rPr lang="de-DE" sz="2400" dirty="0">
                <a:solidFill>
                  <a:srgbClr val="CCFFA4"/>
                </a:solidFill>
                <a:latin typeface="Rajdhani"/>
                <a:cs typeface="Rajdhani"/>
              </a:rPr>
              <a:t>16. Januar 2026</a:t>
            </a:r>
            <a:endParaRPr sz="2400" dirty="0">
              <a:solidFill>
                <a:srgbClr val="CCFFA4"/>
              </a:solidFill>
              <a:latin typeface="Rajdhani"/>
              <a:cs typeface="Rajdhan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24D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0"/>
          <p:cNvPicPr preferRelativeResize="0"/>
          <p:nvPr/>
        </p:nvPicPr>
        <p:blipFill rotWithShape="1">
          <a:blip r:embed="rId3">
            <a:alphaModFix/>
          </a:blip>
          <a:srcRect r="9107"/>
          <a:stretch/>
        </p:blipFill>
        <p:spPr>
          <a:xfrm>
            <a:off x="9872225" y="3373928"/>
            <a:ext cx="8428748" cy="255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0"/>
          <p:cNvPicPr preferRelativeResize="0"/>
          <p:nvPr/>
        </p:nvPicPr>
        <p:blipFill rotWithShape="1">
          <a:blip r:embed="rId3">
            <a:alphaModFix/>
          </a:blip>
          <a:srcRect r="9107"/>
          <a:stretch/>
        </p:blipFill>
        <p:spPr>
          <a:xfrm>
            <a:off x="9872225" y="6262384"/>
            <a:ext cx="8428748" cy="255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0"/>
          <p:cNvPicPr preferRelativeResize="0"/>
          <p:nvPr/>
        </p:nvPicPr>
        <p:blipFill rotWithShape="1">
          <a:blip r:embed="rId3">
            <a:alphaModFix/>
          </a:blip>
          <a:srcRect r="9107"/>
          <a:stretch/>
        </p:blipFill>
        <p:spPr>
          <a:xfrm>
            <a:off x="9872225" y="629450"/>
            <a:ext cx="8428748" cy="255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461" y="4162663"/>
            <a:ext cx="8428751" cy="5902624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0"/>
          <p:cNvSpPr txBox="1"/>
          <p:nvPr/>
        </p:nvSpPr>
        <p:spPr>
          <a:xfrm>
            <a:off x="1257099" y="800136"/>
            <a:ext cx="7176900" cy="1671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865" b="0" i="0" u="none" strike="noStrike" cap="none" dirty="0">
                <a:solidFill>
                  <a:srgbClr val="CCFFA4"/>
                </a:solidFill>
                <a:latin typeface="Rajdhani"/>
                <a:ea typeface="Rajdhani"/>
                <a:cs typeface="Rajdhani"/>
                <a:sym typeface="Rajdhani"/>
              </a:rPr>
              <a:t>Agenda</a:t>
            </a:r>
            <a:endParaRPr dirty="0"/>
          </a:p>
        </p:txBody>
      </p:sp>
      <p:sp>
        <p:nvSpPr>
          <p:cNvPr id="167" name="Google Shape;167;p10"/>
          <p:cNvSpPr txBox="1"/>
          <p:nvPr/>
        </p:nvSpPr>
        <p:spPr>
          <a:xfrm>
            <a:off x="10761342" y="1263612"/>
            <a:ext cx="1701000" cy="16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86" b="0" i="0" u="none" strike="noStrike" cap="none">
                <a:solidFill>
                  <a:srgbClr val="08524D"/>
                </a:solidFill>
                <a:latin typeface="Rajdhani"/>
                <a:ea typeface="Rajdhani"/>
                <a:cs typeface="Rajdhani"/>
                <a:sym typeface="Rajdhani"/>
              </a:rPr>
              <a:t>01</a:t>
            </a:r>
            <a:endParaRPr/>
          </a:p>
        </p:txBody>
      </p:sp>
      <p:sp>
        <p:nvSpPr>
          <p:cNvPr id="168" name="Google Shape;168;p10"/>
          <p:cNvSpPr txBox="1"/>
          <p:nvPr/>
        </p:nvSpPr>
        <p:spPr>
          <a:xfrm>
            <a:off x="10761342" y="3947132"/>
            <a:ext cx="1701000" cy="16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86" b="0" i="0" u="none" strike="noStrike" cap="none">
                <a:solidFill>
                  <a:srgbClr val="08524D"/>
                </a:solidFill>
                <a:latin typeface="Rajdhani"/>
                <a:ea typeface="Rajdhani"/>
                <a:cs typeface="Rajdhani"/>
                <a:sym typeface="Rajdhani"/>
              </a:rPr>
              <a:t>02</a:t>
            </a:r>
            <a:endParaRPr/>
          </a:p>
        </p:txBody>
      </p:sp>
      <p:sp>
        <p:nvSpPr>
          <p:cNvPr id="169" name="Google Shape;169;p10"/>
          <p:cNvSpPr txBox="1"/>
          <p:nvPr/>
        </p:nvSpPr>
        <p:spPr>
          <a:xfrm>
            <a:off x="10761342" y="6836829"/>
            <a:ext cx="1701000" cy="16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86" b="0" i="0" u="none" strike="noStrike" cap="none">
                <a:solidFill>
                  <a:srgbClr val="08524D"/>
                </a:solidFill>
                <a:latin typeface="Rajdhani"/>
                <a:ea typeface="Rajdhani"/>
                <a:cs typeface="Rajdhani"/>
                <a:sym typeface="Rajdhani"/>
              </a:rPr>
              <a:t>03</a:t>
            </a:r>
            <a:endParaRPr/>
          </a:p>
        </p:txBody>
      </p:sp>
      <p:sp>
        <p:nvSpPr>
          <p:cNvPr id="170" name="Google Shape;170;p10"/>
          <p:cNvSpPr txBox="1"/>
          <p:nvPr/>
        </p:nvSpPr>
        <p:spPr>
          <a:xfrm>
            <a:off x="12678653" y="1488914"/>
            <a:ext cx="4843800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 err="1">
                <a:solidFill>
                  <a:srgbClr val="43D29F"/>
                </a:solidFill>
                <a:latin typeface="Rajdhani"/>
                <a:cs typeface="Rajdhani"/>
                <a:sym typeface="Lato"/>
              </a:rPr>
              <a:t>Einleitung</a:t>
            </a:r>
            <a:endParaRPr sz="5400" dirty="0">
              <a:solidFill>
                <a:srgbClr val="43D29F"/>
              </a:solidFill>
              <a:latin typeface="Rajdhani"/>
              <a:cs typeface="Rajdhani"/>
            </a:endParaRPr>
          </a:p>
        </p:txBody>
      </p:sp>
      <p:sp>
        <p:nvSpPr>
          <p:cNvPr id="171" name="Google Shape;171;p10"/>
          <p:cNvSpPr txBox="1"/>
          <p:nvPr/>
        </p:nvSpPr>
        <p:spPr>
          <a:xfrm>
            <a:off x="12678654" y="4172434"/>
            <a:ext cx="5622319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10"/>
              </a:lnSpc>
            </a:pPr>
            <a:r>
              <a:rPr lang="de-DE" sz="5400" dirty="0">
                <a:solidFill>
                  <a:srgbClr val="43D29F"/>
                </a:solidFill>
                <a:latin typeface="Rajdhani"/>
                <a:cs typeface="Rajdhani"/>
              </a:rPr>
              <a:t>Ziele des </a:t>
            </a:r>
            <a:r>
              <a:rPr lang="de-DE" sz="5400" dirty="0" err="1">
                <a:solidFill>
                  <a:srgbClr val="43D29F"/>
                </a:solidFill>
                <a:latin typeface="Rajdhani"/>
                <a:cs typeface="Rajdhani"/>
              </a:rPr>
              <a:t>Cachings</a:t>
            </a:r>
            <a:endParaRPr lang="de-DE" sz="5400" dirty="0">
              <a:solidFill>
                <a:srgbClr val="43D29F"/>
              </a:solidFill>
              <a:latin typeface="Rajdhani"/>
              <a:cs typeface="Rajdhani"/>
            </a:endParaRPr>
          </a:p>
        </p:txBody>
      </p:sp>
      <p:sp>
        <p:nvSpPr>
          <p:cNvPr id="172" name="Google Shape;172;p10"/>
          <p:cNvSpPr txBox="1"/>
          <p:nvPr/>
        </p:nvSpPr>
        <p:spPr>
          <a:xfrm>
            <a:off x="12678653" y="7073458"/>
            <a:ext cx="5773119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10"/>
              </a:lnSpc>
            </a:pPr>
            <a:r>
              <a:rPr lang="de-DE" sz="5400" dirty="0">
                <a:solidFill>
                  <a:srgbClr val="43D29F"/>
                </a:solidFill>
                <a:latin typeface="Rajdhani"/>
                <a:cs typeface="Rajdhani"/>
              </a:rPr>
              <a:t>Architekturebenen</a:t>
            </a:r>
            <a:endParaRPr sz="5400" dirty="0">
              <a:solidFill>
                <a:srgbClr val="43D29F"/>
              </a:solidFill>
              <a:latin typeface="Rajdhani"/>
              <a:cs typeface="Rajdhani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51105778-FDD8-6D9F-6589-44AD61B51A6A}"/>
              </a:ext>
            </a:extLst>
          </p:cNvPr>
          <p:cNvSpPr/>
          <p:nvPr/>
        </p:nvSpPr>
        <p:spPr>
          <a:xfrm>
            <a:off x="8755038" y="88287"/>
            <a:ext cx="580030" cy="47767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600" b="1" dirty="0">
              <a:solidFill>
                <a:schemeClr val="tx1"/>
              </a:solidFill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F8F957A-B7CB-7BAB-1BFA-D937D98D26D7}"/>
              </a:ext>
            </a:extLst>
          </p:cNvPr>
          <p:cNvSpPr/>
          <p:nvPr/>
        </p:nvSpPr>
        <p:spPr>
          <a:xfrm>
            <a:off x="8853985" y="0"/>
            <a:ext cx="580030" cy="477672"/>
          </a:xfrm>
          <a:prstGeom prst="rect">
            <a:avLst/>
          </a:prstGeom>
          <a:solidFill>
            <a:srgbClr val="CCFF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tx1"/>
                </a:solidFill>
                <a:latin typeface="Rajdhani" panose="020B0604020202020204" charset="0"/>
                <a:cs typeface="Rajdhani" panose="020B0604020202020204" charset="0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24D"/>
        </a:solidFill>
        <a:effectLst/>
      </p:bgPr>
    </p:bg>
    <p:spTree>
      <p:nvGrpSpPr>
        <p:cNvPr id="1" name="Shape 161">
          <a:extLst>
            <a:ext uri="{FF2B5EF4-FFF2-40B4-BE49-F238E27FC236}">
              <a16:creationId xmlns:a16="http://schemas.microsoft.com/office/drawing/2014/main" id="{62BBCE60-BE67-EBFD-872F-6AD043FCC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0">
            <a:extLst>
              <a:ext uri="{FF2B5EF4-FFF2-40B4-BE49-F238E27FC236}">
                <a16:creationId xmlns:a16="http://schemas.microsoft.com/office/drawing/2014/main" id="{AFB792FC-F994-7EE7-883A-ECC4769BCA6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9107"/>
          <a:stretch/>
        </p:blipFill>
        <p:spPr>
          <a:xfrm>
            <a:off x="9872225" y="3373928"/>
            <a:ext cx="8428748" cy="255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0">
            <a:extLst>
              <a:ext uri="{FF2B5EF4-FFF2-40B4-BE49-F238E27FC236}">
                <a16:creationId xmlns:a16="http://schemas.microsoft.com/office/drawing/2014/main" id="{A4EEA8D8-E894-634E-79B5-296783217CD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9107"/>
          <a:stretch/>
        </p:blipFill>
        <p:spPr>
          <a:xfrm>
            <a:off x="9872225" y="6262384"/>
            <a:ext cx="8428748" cy="255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0">
            <a:extLst>
              <a:ext uri="{FF2B5EF4-FFF2-40B4-BE49-F238E27FC236}">
                <a16:creationId xmlns:a16="http://schemas.microsoft.com/office/drawing/2014/main" id="{A361A475-C8E9-6CA7-236C-C2C060957B9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9107"/>
          <a:stretch/>
        </p:blipFill>
        <p:spPr>
          <a:xfrm>
            <a:off x="9872225" y="629450"/>
            <a:ext cx="8428748" cy="255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0">
            <a:extLst>
              <a:ext uri="{FF2B5EF4-FFF2-40B4-BE49-F238E27FC236}">
                <a16:creationId xmlns:a16="http://schemas.microsoft.com/office/drawing/2014/main" id="{3B67126B-0688-EE3C-2C10-DF7BF26564E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461" y="4162663"/>
            <a:ext cx="8428751" cy="5902624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0">
            <a:extLst>
              <a:ext uri="{FF2B5EF4-FFF2-40B4-BE49-F238E27FC236}">
                <a16:creationId xmlns:a16="http://schemas.microsoft.com/office/drawing/2014/main" id="{00E5DB1D-2114-C035-30E3-7F9653B55A88}"/>
              </a:ext>
            </a:extLst>
          </p:cNvPr>
          <p:cNvSpPr txBox="1"/>
          <p:nvPr/>
        </p:nvSpPr>
        <p:spPr>
          <a:xfrm>
            <a:off x="1257099" y="800136"/>
            <a:ext cx="7176900" cy="1671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de-DE" sz="10865" dirty="0">
                <a:solidFill>
                  <a:srgbClr val="CCFFA4"/>
                </a:solidFill>
                <a:latin typeface="Rajdhani"/>
                <a:ea typeface="Rajdhani"/>
                <a:cs typeface="Rajdhani"/>
                <a:sym typeface="Rajdhani"/>
              </a:rPr>
              <a:t>Agenda</a:t>
            </a:r>
            <a:endParaRPr lang="de-DE" sz="9600" dirty="0"/>
          </a:p>
        </p:txBody>
      </p:sp>
      <p:sp>
        <p:nvSpPr>
          <p:cNvPr id="167" name="Google Shape;167;p10">
            <a:extLst>
              <a:ext uri="{FF2B5EF4-FFF2-40B4-BE49-F238E27FC236}">
                <a16:creationId xmlns:a16="http://schemas.microsoft.com/office/drawing/2014/main" id="{4424C8E1-998D-773C-1B5D-C069BD62CC62}"/>
              </a:ext>
            </a:extLst>
          </p:cNvPr>
          <p:cNvSpPr txBox="1"/>
          <p:nvPr/>
        </p:nvSpPr>
        <p:spPr>
          <a:xfrm>
            <a:off x="10761342" y="1263612"/>
            <a:ext cx="1701000" cy="1758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86" b="0" i="0" u="none" strike="noStrike" cap="none" dirty="0">
                <a:solidFill>
                  <a:srgbClr val="08524D"/>
                </a:solidFill>
                <a:latin typeface="Rajdhani"/>
                <a:ea typeface="Rajdhani"/>
                <a:cs typeface="Rajdhani"/>
                <a:sym typeface="Rajdhani"/>
              </a:rPr>
              <a:t>04</a:t>
            </a:r>
            <a:endParaRPr dirty="0"/>
          </a:p>
        </p:txBody>
      </p:sp>
      <p:sp>
        <p:nvSpPr>
          <p:cNvPr id="168" name="Google Shape;168;p10">
            <a:extLst>
              <a:ext uri="{FF2B5EF4-FFF2-40B4-BE49-F238E27FC236}">
                <a16:creationId xmlns:a16="http://schemas.microsoft.com/office/drawing/2014/main" id="{E315B576-0118-62D3-079D-788BDE3CB77E}"/>
              </a:ext>
            </a:extLst>
          </p:cNvPr>
          <p:cNvSpPr txBox="1"/>
          <p:nvPr/>
        </p:nvSpPr>
        <p:spPr>
          <a:xfrm>
            <a:off x="10761342" y="3947132"/>
            <a:ext cx="1701000" cy="1758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86" b="0" i="0" u="none" strike="noStrike" cap="none" dirty="0">
                <a:solidFill>
                  <a:srgbClr val="08524D"/>
                </a:solidFill>
                <a:latin typeface="Rajdhani"/>
                <a:ea typeface="Rajdhani"/>
                <a:cs typeface="Rajdhani"/>
                <a:sym typeface="Rajdhani"/>
              </a:rPr>
              <a:t>05</a:t>
            </a:r>
            <a:endParaRPr dirty="0"/>
          </a:p>
        </p:txBody>
      </p:sp>
      <p:sp>
        <p:nvSpPr>
          <p:cNvPr id="169" name="Google Shape;169;p10">
            <a:extLst>
              <a:ext uri="{FF2B5EF4-FFF2-40B4-BE49-F238E27FC236}">
                <a16:creationId xmlns:a16="http://schemas.microsoft.com/office/drawing/2014/main" id="{AE9D361C-B39E-C4D8-F432-1D6EC76F8DBF}"/>
              </a:ext>
            </a:extLst>
          </p:cNvPr>
          <p:cNvSpPr txBox="1"/>
          <p:nvPr/>
        </p:nvSpPr>
        <p:spPr>
          <a:xfrm>
            <a:off x="10761342" y="6836829"/>
            <a:ext cx="1701000" cy="1758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86" b="0" i="0" u="none" strike="noStrike" cap="none" dirty="0">
                <a:solidFill>
                  <a:srgbClr val="08524D"/>
                </a:solidFill>
                <a:latin typeface="Rajdhani"/>
                <a:ea typeface="Rajdhani"/>
                <a:cs typeface="Rajdhani"/>
                <a:sym typeface="Rajdhani"/>
              </a:rPr>
              <a:t>06</a:t>
            </a:r>
            <a:endParaRPr dirty="0"/>
          </a:p>
        </p:txBody>
      </p:sp>
      <p:sp>
        <p:nvSpPr>
          <p:cNvPr id="170" name="Google Shape;170;p10">
            <a:extLst>
              <a:ext uri="{FF2B5EF4-FFF2-40B4-BE49-F238E27FC236}">
                <a16:creationId xmlns:a16="http://schemas.microsoft.com/office/drawing/2014/main" id="{21EC4D6B-76ED-AB41-E11C-40F97A933A4F}"/>
              </a:ext>
            </a:extLst>
          </p:cNvPr>
          <p:cNvSpPr txBox="1"/>
          <p:nvPr/>
        </p:nvSpPr>
        <p:spPr>
          <a:xfrm>
            <a:off x="12678652" y="1488914"/>
            <a:ext cx="5609347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10"/>
              </a:lnSpc>
            </a:pPr>
            <a:r>
              <a:rPr lang="de-DE" sz="5400" dirty="0">
                <a:solidFill>
                  <a:srgbClr val="43D29F"/>
                </a:solidFill>
                <a:latin typeface="Rajdhani"/>
                <a:cs typeface="Rajdhani"/>
              </a:rPr>
              <a:t>Herausforderungen</a:t>
            </a:r>
            <a:endParaRPr sz="5400" dirty="0">
              <a:solidFill>
                <a:srgbClr val="43D29F"/>
              </a:solidFill>
              <a:latin typeface="Rajdhani"/>
              <a:cs typeface="Rajdhani"/>
            </a:endParaRPr>
          </a:p>
        </p:txBody>
      </p:sp>
      <p:sp>
        <p:nvSpPr>
          <p:cNvPr id="171" name="Google Shape;171;p10">
            <a:extLst>
              <a:ext uri="{FF2B5EF4-FFF2-40B4-BE49-F238E27FC236}">
                <a16:creationId xmlns:a16="http://schemas.microsoft.com/office/drawing/2014/main" id="{86AAB57E-FF38-FB10-CDF6-04120E861C5B}"/>
              </a:ext>
            </a:extLst>
          </p:cNvPr>
          <p:cNvSpPr txBox="1"/>
          <p:nvPr/>
        </p:nvSpPr>
        <p:spPr>
          <a:xfrm>
            <a:off x="12678654" y="4172434"/>
            <a:ext cx="5622319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10"/>
              </a:lnSpc>
            </a:pPr>
            <a:r>
              <a:rPr lang="de-DE" sz="5400" dirty="0">
                <a:solidFill>
                  <a:srgbClr val="43D29F"/>
                </a:solidFill>
                <a:latin typeface="Rajdhani"/>
                <a:cs typeface="Rajdhani"/>
              </a:rPr>
              <a:t>Best Practices</a:t>
            </a:r>
          </a:p>
        </p:txBody>
      </p:sp>
      <p:sp>
        <p:nvSpPr>
          <p:cNvPr id="172" name="Google Shape;172;p10">
            <a:extLst>
              <a:ext uri="{FF2B5EF4-FFF2-40B4-BE49-F238E27FC236}">
                <a16:creationId xmlns:a16="http://schemas.microsoft.com/office/drawing/2014/main" id="{2D2F9D50-760C-9885-45F1-25028E158B75}"/>
              </a:ext>
            </a:extLst>
          </p:cNvPr>
          <p:cNvSpPr txBox="1"/>
          <p:nvPr/>
        </p:nvSpPr>
        <p:spPr>
          <a:xfrm>
            <a:off x="12678653" y="7073458"/>
            <a:ext cx="5773119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10"/>
              </a:lnSpc>
            </a:pPr>
            <a:r>
              <a:rPr lang="de-DE" sz="5400" dirty="0">
                <a:solidFill>
                  <a:srgbClr val="43D29F"/>
                </a:solidFill>
                <a:latin typeface="Rajdhani"/>
                <a:cs typeface="Rajdhani"/>
              </a:rPr>
              <a:t>Demo</a:t>
            </a:r>
            <a:endParaRPr sz="5400" dirty="0">
              <a:solidFill>
                <a:srgbClr val="43D29F"/>
              </a:solidFill>
              <a:latin typeface="Rajdhani"/>
              <a:cs typeface="Rajdhani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F4195F6E-0092-1DC6-21C1-859A78A24E20}"/>
              </a:ext>
            </a:extLst>
          </p:cNvPr>
          <p:cNvSpPr/>
          <p:nvPr/>
        </p:nvSpPr>
        <p:spPr>
          <a:xfrm>
            <a:off x="8755038" y="88287"/>
            <a:ext cx="580030" cy="47767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600" b="1" dirty="0">
              <a:solidFill>
                <a:schemeClr val="tx1"/>
              </a:solidFill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D591BB11-3618-6422-0F3E-F4BECA78CE06}"/>
              </a:ext>
            </a:extLst>
          </p:cNvPr>
          <p:cNvSpPr/>
          <p:nvPr/>
        </p:nvSpPr>
        <p:spPr>
          <a:xfrm>
            <a:off x="8853985" y="0"/>
            <a:ext cx="580030" cy="477672"/>
          </a:xfrm>
          <a:prstGeom prst="rect">
            <a:avLst/>
          </a:prstGeom>
          <a:solidFill>
            <a:srgbClr val="CCFF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tx1"/>
                </a:solidFill>
                <a:latin typeface="Rajdhani" panose="020B0604020202020204" charset="0"/>
                <a:cs typeface="Rajdhani" panose="020B060402020202020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24702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24D"/>
        </a:solidFill>
        <a:effectLst/>
      </p:bgPr>
    </p:bg>
    <p:spTree>
      <p:nvGrpSpPr>
        <p:cNvPr id="1" name="Shape 161">
          <a:extLst>
            <a:ext uri="{FF2B5EF4-FFF2-40B4-BE49-F238E27FC236}">
              <a16:creationId xmlns:a16="http://schemas.microsoft.com/office/drawing/2014/main" id="{426F58B4-B5F7-47DA-E197-DC79E0832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0">
            <a:extLst>
              <a:ext uri="{FF2B5EF4-FFF2-40B4-BE49-F238E27FC236}">
                <a16:creationId xmlns:a16="http://schemas.microsoft.com/office/drawing/2014/main" id="{07ADA0BE-9EBF-39A8-8591-C7ED538E5E3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9107"/>
          <a:stretch/>
        </p:blipFill>
        <p:spPr>
          <a:xfrm>
            <a:off x="9872225" y="3373928"/>
            <a:ext cx="8428748" cy="255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0">
            <a:extLst>
              <a:ext uri="{FF2B5EF4-FFF2-40B4-BE49-F238E27FC236}">
                <a16:creationId xmlns:a16="http://schemas.microsoft.com/office/drawing/2014/main" id="{73A5A5BA-E820-F296-1E5A-9E735CDD321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9107"/>
          <a:stretch/>
        </p:blipFill>
        <p:spPr>
          <a:xfrm>
            <a:off x="9872225" y="629450"/>
            <a:ext cx="8428748" cy="255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0">
            <a:extLst>
              <a:ext uri="{FF2B5EF4-FFF2-40B4-BE49-F238E27FC236}">
                <a16:creationId xmlns:a16="http://schemas.microsoft.com/office/drawing/2014/main" id="{54E1242A-0D99-F536-E140-08C95F90BDB4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461" y="4162663"/>
            <a:ext cx="8428751" cy="5902624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0">
            <a:extLst>
              <a:ext uri="{FF2B5EF4-FFF2-40B4-BE49-F238E27FC236}">
                <a16:creationId xmlns:a16="http://schemas.microsoft.com/office/drawing/2014/main" id="{CF3D3D49-C808-35CD-A235-E9B8CB407029}"/>
              </a:ext>
            </a:extLst>
          </p:cNvPr>
          <p:cNvSpPr txBox="1"/>
          <p:nvPr/>
        </p:nvSpPr>
        <p:spPr>
          <a:xfrm>
            <a:off x="1257099" y="800136"/>
            <a:ext cx="7176900" cy="1671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de-DE" sz="10865" dirty="0">
                <a:solidFill>
                  <a:srgbClr val="CCFFA4"/>
                </a:solidFill>
                <a:latin typeface="Rajdhani"/>
                <a:ea typeface="Rajdhani"/>
                <a:cs typeface="Rajdhani"/>
                <a:sym typeface="Rajdhani"/>
              </a:rPr>
              <a:t>Agenda</a:t>
            </a:r>
            <a:endParaRPr lang="de-DE" sz="9600" dirty="0"/>
          </a:p>
        </p:txBody>
      </p:sp>
      <p:sp>
        <p:nvSpPr>
          <p:cNvPr id="167" name="Google Shape;167;p10">
            <a:extLst>
              <a:ext uri="{FF2B5EF4-FFF2-40B4-BE49-F238E27FC236}">
                <a16:creationId xmlns:a16="http://schemas.microsoft.com/office/drawing/2014/main" id="{CD251C8E-88B6-31EB-907C-14341F49D37E}"/>
              </a:ext>
            </a:extLst>
          </p:cNvPr>
          <p:cNvSpPr txBox="1"/>
          <p:nvPr/>
        </p:nvSpPr>
        <p:spPr>
          <a:xfrm>
            <a:off x="10761342" y="1263612"/>
            <a:ext cx="1701000" cy="1758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86" b="0" i="0" u="none" strike="noStrike" cap="none" dirty="0">
                <a:solidFill>
                  <a:srgbClr val="08524D"/>
                </a:solidFill>
                <a:latin typeface="Rajdhani"/>
                <a:ea typeface="Rajdhani"/>
                <a:cs typeface="Rajdhani"/>
                <a:sym typeface="Rajdhani"/>
              </a:rPr>
              <a:t>07</a:t>
            </a:r>
            <a:endParaRPr dirty="0"/>
          </a:p>
        </p:txBody>
      </p:sp>
      <p:sp>
        <p:nvSpPr>
          <p:cNvPr id="168" name="Google Shape;168;p10">
            <a:extLst>
              <a:ext uri="{FF2B5EF4-FFF2-40B4-BE49-F238E27FC236}">
                <a16:creationId xmlns:a16="http://schemas.microsoft.com/office/drawing/2014/main" id="{AC19DA70-21F5-D145-41D2-0371863BE65C}"/>
              </a:ext>
            </a:extLst>
          </p:cNvPr>
          <p:cNvSpPr txBox="1"/>
          <p:nvPr/>
        </p:nvSpPr>
        <p:spPr>
          <a:xfrm>
            <a:off x="10761342" y="3947132"/>
            <a:ext cx="1701000" cy="1758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86" b="0" i="0" u="none" strike="noStrike" cap="none" dirty="0">
                <a:solidFill>
                  <a:srgbClr val="08524D"/>
                </a:solidFill>
                <a:latin typeface="Rajdhani"/>
                <a:ea typeface="Rajdhani"/>
                <a:cs typeface="Rajdhani"/>
                <a:sym typeface="Rajdhani"/>
              </a:rPr>
              <a:t>08</a:t>
            </a:r>
            <a:endParaRPr dirty="0"/>
          </a:p>
        </p:txBody>
      </p:sp>
      <p:sp>
        <p:nvSpPr>
          <p:cNvPr id="169" name="Google Shape;169;p10">
            <a:extLst>
              <a:ext uri="{FF2B5EF4-FFF2-40B4-BE49-F238E27FC236}">
                <a16:creationId xmlns:a16="http://schemas.microsoft.com/office/drawing/2014/main" id="{64999ADA-B51B-4BC1-CDD2-BD536851C600}"/>
              </a:ext>
            </a:extLst>
          </p:cNvPr>
          <p:cNvSpPr txBox="1"/>
          <p:nvPr/>
        </p:nvSpPr>
        <p:spPr>
          <a:xfrm>
            <a:off x="10761342" y="6836829"/>
            <a:ext cx="1701000" cy="16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86" b="0" i="0" u="none" strike="noStrike" cap="none">
                <a:solidFill>
                  <a:srgbClr val="08524D"/>
                </a:solidFill>
                <a:latin typeface="Rajdhani"/>
                <a:ea typeface="Rajdhani"/>
                <a:cs typeface="Rajdhani"/>
                <a:sym typeface="Rajdhani"/>
              </a:rPr>
              <a:t>03</a:t>
            </a:r>
            <a:endParaRPr/>
          </a:p>
        </p:txBody>
      </p:sp>
      <p:sp>
        <p:nvSpPr>
          <p:cNvPr id="170" name="Google Shape;170;p10">
            <a:extLst>
              <a:ext uri="{FF2B5EF4-FFF2-40B4-BE49-F238E27FC236}">
                <a16:creationId xmlns:a16="http://schemas.microsoft.com/office/drawing/2014/main" id="{F8B890AE-9DBD-08AD-D48A-FA48BAF809AC}"/>
              </a:ext>
            </a:extLst>
          </p:cNvPr>
          <p:cNvSpPr txBox="1"/>
          <p:nvPr/>
        </p:nvSpPr>
        <p:spPr>
          <a:xfrm>
            <a:off x="12678653" y="1488914"/>
            <a:ext cx="4843800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 err="1">
                <a:solidFill>
                  <a:srgbClr val="43D29F"/>
                </a:solidFill>
                <a:latin typeface="Rajdhani"/>
                <a:cs typeface="Rajdhani"/>
                <a:sym typeface="Lato"/>
              </a:rPr>
              <a:t>Fazit</a:t>
            </a:r>
            <a:endParaRPr sz="5400" dirty="0">
              <a:solidFill>
                <a:srgbClr val="43D29F"/>
              </a:solidFill>
              <a:latin typeface="Rajdhani"/>
              <a:cs typeface="Rajdhani"/>
            </a:endParaRPr>
          </a:p>
        </p:txBody>
      </p:sp>
      <p:sp>
        <p:nvSpPr>
          <p:cNvPr id="171" name="Google Shape;171;p10">
            <a:extLst>
              <a:ext uri="{FF2B5EF4-FFF2-40B4-BE49-F238E27FC236}">
                <a16:creationId xmlns:a16="http://schemas.microsoft.com/office/drawing/2014/main" id="{BFC7F1D7-61BF-CDD4-E495-59FA4F3AF946}"/>
              </a:ext>
            </a:extLst>
          </p:cNvPr>
          <p:cNvSpPr txBox="1"/>
          <p:nvPr/>
        </p:nvSpPr>
        <p:spPr>
          <a:xfrm>
            <a:off x="12678654" y="4172434"/>
            <a:ext cx="5622319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10"/>
              </a:lnSpc>
            </a:pPr>
            <a:r>
              <a:rPr lang="de-DE" sz="5400" dirty="0">
                <a:solidFill>
                  <a:srgbClr val="43D29F"/>
                </a:solidFill>
                <a:latin typeface="Rajdhani"/>
                <a:cs typeface="Rajdhani"/>
              </a:rPr>
              <a:t>Quiz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B1A693EC-18A0-D366-AB47-C4417E9DBC7B}"/>
              </a:ext>
            </a:extLst>
          </p:cNvPr>
          <p:cNvSpPr/>
          <p:nvPr/>
        </p:nvSpPr>
        <p:spPr>
          <a:xfrm>
            <a:off x="8755038" y="88287"/>
            <a:ext cx="580030" cy="47767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600" b="1" dirty="0">
              <a:solidFill>
                <a:schemeClr val="tx1"/>
              </a:solidFill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3E71F465-3060-CB20-8B94-27FDAAAF36C2}"/>
              </a:ext>
            </a:extLst>
          </p:cNvPr>
          <p:cNvSpPr/>
          <p:nvPr/>
        </p:nvSpPr>
        <p:spPr>
          <a:xfrm>
            <a:off x="8853985" y="0"/>
            <a:ext cx="580030" cy="477672"/>
          </a:xfrm>
          <a:prstGeom prst="rect">
            <a:avLst/>
          </a:prstGeom>
          <a:solidFill>
            <a:srgbClr val="CCFF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tx1"/>
                </a:solidFill>
                <a:latin typeface="Rajdhani" panose="020B0604020202020204" charset="0"/>
                <a:cs typeface="Rajdhani" panose="020B060402020202020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05518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D29F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Google Shape;177;p11"/>
          <p:cNvGrpSpPr/>
          <p:nvPr/>
        </p:nvGrpSpPr>
        <p:grpSpPr>
          <a:xfrm>
            <a:off x="0" y="1238812"/>
            <a:ext cx="18288000" cy="4879047"/>
            <a:chOff x="0" y="25400"/>
            <a:chExt cx="24384000" cy="6505396"/>
          </a:xfrm>
        </p:grpSpPr>
        <p:cxnSp>
          <p:nvCxnSpPr>
            <p:cNvPr id="178" name="Google Shape;178;p11"/>
            <p:cNvCxnSpPr/>
            <p:nvPr/>
          </p:nvCxnSpPr>
          <p:spPr>
            <a:xfrm>
              <a:off x="0" y="25400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9" name="Google Shape;179;p11"/>
            <p:cNvCxnSpPr/>
            <p:nvPr/>
          </p:nvCxnSpPr>
          <p:spPr>
            <a:xfrm>
              <a:off x="0" y="1651749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0" name="Google Shape;180;p11"/>
            <p:cNvCxnSpPr/>
            <p:nvPr/>
          </p:nvCxnSpPr>
          <p:spPr>
            <a:xfrm>
              <a:off x="0" y="3278098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1" name="Google Shape;181;p11"/>
            <p:cNvCxnSpPr/>
            <p:nvPr/>
          </p:nvCxnSpPr>
          <p:spPr>
            <a:xfrm>
              <a:off x="0" y="4904447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2" name="Google Shape;182;p11"/>
            <p:cNvCxnSpPr/>
            <p:nvPr/>
          </p:nvCxnSpPr>
          <p:spPr>
            <a:xfrm>
              <a:off x="0" y="6530796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183" name="Google Shape;183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5451" y="891446"/>
            <a:ext cx="12011669" cy="78070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4" name="Google Shape;184;p11"/>
          <p:cNvGrpSpPr/>
          <p:nvPr/>
        </p:nvGrpSpPr>
        <p:grpSpPr>
          <a:xfrm>
            <a:off x="0" y="6993084"/>
            <a:ext cx="18288000" cy="3293916"/>
            <a:chOff x="0" y="-85725"/>
            <a:chExt cx="4816593" cy="867533"/>
          </a:xfrm>
        </p:grpSpPr>
        <p:sp>
          <p:nvSpPr>
            <p:cNvPr id="185" name="Google Shape;185;p11"/>
            <p:cNvSpPr/>
            <p:nvPr/>
          </p:nvSpPr>
          <p:spPr>
            <a:xfrm>
              <a:off x="0" y="0"/>
              <a:ext cx="4816592" cy="781808"/>
            </a:xfrm>
            <a:custGeom>
              <a:avLst/>
              <a:gdLst/>
              <a:ahLst/>
              <a:cxnLst/>
              <a:rect l="l" t="t" r="r" b="b"/>
              <a:pathLst>
                <a:path w="4816592" h="781808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781808"/>
                  </a:lnTo>
                  <a:lnTo>
                    <a:pt x="0" y="781808"/>
                  </a:lnTo>
                  <a:close/>
                </a:path>
              </a:pathLst>
            </a:custGeom>
            <a:solidFill>
              <a:srgbClr val="08524D"/>
            </a:solidFill>
            <a:ln>
              <a:noFill/>
            </a:ln>
          </p:spPr>
        </p:sp>
        <p:sp>
          <p:nvSpPr>
            <p:cNvPr id="186" name="Google Shape;186;p11"/>
            <p:cNvSpPr txBox="1"/>
            <p:nvPr/>
          </p:nvSpPr>
          <p:spPr>
            <a:xfrm>
              <a:off x="0" y="-85725"/>
              <a:ext cx="4816593" cy="8675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7" name="Google Shape;187;p11"/>
          <p:cNvSpPr txBox="1"/>
          <p:nvPr/>
        </p:nvSpPr>
        <p:spPr>
          <a:xfrm>
            <a:off x="331466" y="7376960"/>
            <a:ext cx="3231000" cy="27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969" b="0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01</a:t>
            </a:r>
            <a:endParaRPr/>
          </a:p>
        </p:txBody>
      </p:sp>
      <p:sp>
        <p:nvSpPr>
          <p:cNvPr id="188" name="Google Shape;188;p11"/>
          <p:cNvSpPr txBox="1"/>
          <p:nvPr/>
        </p:nvSpPr>
        <p:spPr>
          <a:xfrm>
            <a:off x="3562466" y="8248399"/>
            <a:ext cx="14394000" cy="1817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dirty="0" err="1">
                <a:solidFill>
                  <a:srgbClr val="CCFFA4"/>
                </a:solidFill>
                <a:latin typeface="Rajdhani"/>
                <a:cs typeface="Rajdhani"/>
                <a:sym typeface="Rajdhani"/>
              </a:rPr>
              <a:t>Einleitung</a:t>
            </a:r>
            <a:endParaRPr sz="9600" dirty="0">
              <a:solidFill>
                <a:srgbClr val="CCFFA4"/>
              </a:solidFill>
              <a:latin typeface="Rajdhani"/>
              <a:cs typeface="Rajdhani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327084C1-EBBD-4EE3-4D0E-4B606DA8480A}"/>
              </a:ext>
            </a:extLst>
          </p:cNvPr>
          <p:cNvSpPr/>
          <p:nvPr/>
        </p:nvSpPr>
        <p:spPr>
          <a:xfrm>
            <a:off x="8755038" y="88287"/>
            <a:ext cx="580030" cy="47767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600" b="1" dirty="0">
              <a:solidFill>
                <a:schemeClr val="tx1"/>
              </a:solidFill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584BBD42-5C26-D58A-4D27-4EBDACE4860F}"/>
              </a:ext>
            </a:extLst>
          </p:cNvPr>
          <p:cNvSpPr/>
          <p:nvPr/>
        </p:nvSpPr>
        <p:spPr>
          <a:xfrm>
            <a:off x="8853985" y="0"/>
            <a:ext cx="580030" cy="477672"/>
          </a:xfrm>
          <a:prstGeom prst="rect">
            <a:avLst/>
          </a:prstGeom>
          <a:solidFill>
            <a:srgbClr val="CCFF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tx1"/>
                </a:solidFill>
                <a:latin typeface="Rajdhani" panose="020B0604020202020204" charset="0"/>
                <a:cs typeface="Rajdhani" panose="020B0604020202020204" charset="0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24D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" name="Google Shape;199;p12"/>
          <p:cNvGrpSpPr/>
          <p:nvPr/>
        </p:nvGrpSpPr>
        <p:grpSpPr>
          <a:xfrm>
            <a:off x="2789261" y="4214368"/>
            <a:ext cx="4353298" cy="4375730"/>
            <a:chOff x="0" y="-9525"/>
            <a:chExt cx="812800" cy="822325"/>
          </a:xfrm>
        </p:grpSpPr>
        <p:sp>
          <p:nvSpPr>
            <p:cNvPr id="200" name="Google Shape;200;p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F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2" name="Google Shape;202;p12"/>
          <p:cNvGrpSpPr/>
          <p:nvPr/>
        </p:nvGrpSpPr>
        <p:grpSpPr>
          <a:xfrm>
            <a:off x="2893663" y="3957851"/>
            <a:ext cx="4530719" cy="4430319"/>
            <a:chOff x="0" y="39223"/>
            <a:chExt cx="848474" cy="773577"/>
          </a:xfrm>
        </p:grpSpPr>
        <p:sp>
          <p:nvSpPr>
            <p:cNvPr id="203" name="Google Shape;203;p12"/>
            <p:cNvSpPr/>
            <p:nvPr/>
          </p:nvSpPr>
          <p:spPr>
            <a:xfrm>
              <a:off x="0" y="39223"/>
              <a:ext cx="848474" cy="773577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 txBox="1"/>
            <p:nvPr/>
          </p:nvSpPr>
          <p:spPr>
            <a:xfrm>
              <a:off x="76200" y="85065"/>
              <a:ext cx="640907" cy="6515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6" name="Google Shape;206;p12"/>
          <p:cNvSpPr txBox="1"/>
          <p:nvPr/>
        </p:nvSpPr>
        <p:spPr>
          <a:xfrm>
            <a:off x="3642055" y="5826397"/>
            <a:ext cx="2846309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0"/>
              </a:lnSpc>
            </a:pPr>
            <a:r>
              <a:rPr lang="de-DE" sz="2000" dirty="0">
                <a:solidFill>
                  <a:schemeClr val="tx1"/>
                </a:solidFill>
                <a:latin typeface="Rajdhani"/>
                <a:cs typeface="Rajdhani"/>
              </a:rPr>
              <a:t>Temporäre Zwischenspeicherung ressourcenintensiver Ergebnisse</a:t>
            </a:r>
            <a:endParaRPr sz="2000" dirty="0">
              <a:solidFill>
                <a:schemeClr val="tx1"/>
              </a:solidFill>
              <a:latin typeface="Rajdhani"/>
              <a:cs typeface="Rajdhani"/>
            </a:endParaRPr>
          </a:p>
        </p:txBody>
      </p:sp>
      <p:sp>
        <p:nvSpPr>
          <p:cNvPr id="208" name="Google Shape;208;p12"/>
          <p:cNvSpPr txBox="1"/>
          <p:nvPr/>
        </p:nvSpPr>
        <p:spPr>
          <a:xfrm>
            <a:off x="4053262" y="5084629"/>
            <a:ext cx="2023896" cy="60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63024"/>
              </a:lnSpc>
            </a:pPr>
            <a:r>
              <a:rPr lang="de-DE" sz="2400" b="1" dirty="0">
                <a:solidFill>
                  <a:schemeClr val="tx1"/>
                </a:solidFill>
                <a:latin typeface="Rajdhani"/>
                <a:cs typeface="Rajdhani"/>
              </a:rPr>
              <a:t>Definition</a:t>
            </a:r>
            <a:endParaRPr sz="2400" b="1" dirty="0">
              <a:solidFill>
                <a:schemeClr val="tx1"/>
              </a:solidFill>
              <a:latin typeface="Rajdhani"/>
              <a:cs typeface="Rajdhani"/>
            </a:endParaRPr>
          </a:p>
        </p:txBody>
      </p:sp>
      <p:sp>
        <p:nvSpPr>
          <p:cNvPr id="209" name="Google Shape;209;p12"/>
          <p:cNvSpPr txBox="1"/>
          <p:nvPr/>
        </p:nvSpPr>
        <p:spPr>
          <a:xfrm>
            <a:off x="1028700" y="634969"/>
            <a:ext cx="11933913" cy="1249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dirty="0">
                <a:solidFill>
                  <a:srgbClr val="CCFFA4"/>
                </a:solidFill>
                <a:latin typeface="Rajdhani"/>
                <a:cs typeface="Rajdhani"/>
                <a:sym typeface="Rajdhani"/>
              </a:rPr>
              <a:t>Definition – </a:t>
            </a:r>
            <a:r>
              <a:rPr lang="en-US" sz="6600" dirty="0" err="1">
                <a:solidFill>
                  <a:srgbClr val="CCFFA4"/>
                </a:solidFill>
                <a:latin typeface="Rajdhani"/>
                <a:cs typeface="Rajdhani"/>
                <a:sym typeface="Rajdhani"/>
              </a:rPr>
              <a:t>Analogie</a:t>
            </a:r>
            <a:endParaRPr sz="6600" dirty="0">
              <a:solidFill>
                <a:srgbClr val="CCFFA4"/>
              </a:solidFill>
              <a:latin typeface="Rajdhani"/>
              <a:cs typeface="Rajdhani"/>
            </a:endParaRPr>
          </a:p>
        </p:txBody>
      </p:sp>
      <p:pic>
        <p:nvPicPr>
          <p:cNvPr id="211" name="Google Shape;211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5774" y="4234053"/>
            <a:ext cx="637224" cy="8448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91530" y="139794"/>
            <a:ext cx="3227981" cy="348885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oogle Shape;199;p12">
            <a:extLst>
              <a:ext uri="{FF2B5EF4-FFF2-40B4-BE49-F238E27FC236}">
                <a16:creationId xmlns:a16="http://schemas.microsoft.com/office/drawing/2014/main" id="{2C372EB6-9AA1-759F-5DA0-3FBC173C59C0}"/>
              </a:ext>
            </a:extLst>
          </p:cNvPr>
          <p:cNvGrpSpPr/>
          <p:nvPr/>
        </p:nvGrpSpPr>
        <p:grpSpPr>
          <a:xfrm>
            <a:off x="8626388" y="4194023"/>
            <a:ext cx="4353298" cy="4375730"/>
            <a:chOff x="0" y="-9525"/>
            <a:chExt cx="812800" cy="822325"/>
          </a:xfrm>
        </p:grpSpPr>
        <p:sp>
          <p:nvSpPr>
            <p:cNvPr id="6" name="Google Shape;200;p12">
              <a:extLst>
                <a:ext uri="{FF2B5EF4-FFF2-40B4-BE49-F238E27FC236}">
                  <a16:creationId xmlns:a16="http://schemas.microsoft.com/office/drawing/2014/main" id="{866F973B-1D7A-06A0-860F-8E6EA1A824B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F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01;p12">
              <a:extLst>
                <a:ext uri="{FF2B5EF4-FFF2-40B4-BE49-F238E27FC236}">
                  <a16:creationId xmlns:a16="http://schemas.microsoft.com/office/drawing/2014/main" id="{C65F70C2-38A1-E548-472C-21557D4D9786}"/>
                </a:ext>
              </a:extLst>
            </p:cNvPr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" name="Google Shape;202;p12">
            <a:extLst>
              <a:ext uri="{FF2B5EF4-FFF2-40B4-BE49-F238E27FC236}">
                <a16:creationId xmlns:a16="http://schemas.microsoft.com/office/drawing/2014/main" id="{4E7E6D74-90C2-753E-FCFE-3B25C262D781}"/>
              </a:ext>
            </a:extLst>
          </p:cNvPr>
          <p:cNvGrpSpPr/>
          <p:nvPr/>
        </p:nvGrpSpPr>
        <p:grpSpPr>
          <a:xfrm>
            <a:off x="8730790" y="3937506"/>
            <a:ext cx="4530719" cy="4430319"/>
            <a:chOff x="0" y="39223"/>
            <a:chExt cx="848474" cy="773577"/>
          </a:xfrm>
        </p:grpSpPr>
        <p:sp>
          <p:nvSpPr>
            <p:cNvPr id="9" name="Google Shape;203;p12">
              <a:extLst>
                <a:ext uri="{FF2B5EF4-FFF2-40B4-BE49-F238E27FC236}">
                  <a16:creationId xmlns:a16="http://schemas.microsoft.com/office/drawing/2014/main" id="{13BF890E-FF79-C0DF-249A-DFF9088E9CF8}"/>
                </a:ext>
              </a:extLst>
            </p:cNvPr>
            <p:cNvSpPr/>
            <p:nvPr/>
          </p:nvSpPr>
          <p:spPr>
            <a:xfrm>
              <a:off x="0" y="39223"/>
              <a:ext cx="848474" cy="773577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04;p12">
              <a:extLst>
                <a:ext uri="{FF2B5EF4-FFF2-40B4-BE49-F238E27FC236}">
                  <a16:creationId xmlns:a16="http://schemas.microsoft.com/office/drawing/2014/main" id="{A3C0964B-0E1A-10A0-CDF9-878C19F6727D}"/>
                </a:ext>
              </a:extLst>
            </p:cNvPr>
            <p:cNvSpPr txBox="1"/>
            <p:nvPr/>
          </p:nvSpPr>
          <p:spPr>
            <a:xfrm>
              <a:off x="76200" y="85065"/>
              <a:ext cx="640907" cy="6515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" name="Google Shape;206;p12">
            <a:extLst>
              <a:ext uri="{FF2B5EF4-FFF2-40B4-BE49-F238E27FC236}">
                <a16:creationId xmlns:a16="http://schemas.microsoft.com/office/drawing/2014/main" id="{D2CB3B54-6647-5374-EA58-B14D2EBA2DCF}"/>
              </a:ext>
            </a:extLst>
          </p:cNvPr>
          <p:cNvSpPr txBox="1"/>
          <p:nvPr/>
        </p:nvSpPr>
        <p:spPr>
          <a:xfrm>
            <a:off x="9126151" y="5806052"/>
            <a:ext cx="3749133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0"/>
              </a:lnSpc>
            </a:pPr>
            <a:r>
              <a:rPr lang="de-DE" sz="2000" dirty="0">
                <a:solidFill>
                  <a:schemeClr val="tx1"/>
                </a:solidFill>
                <a:latin typeface="Rajdhani"/>
                <a:cs typeface="Rajdhani"/>
              </a:rPr>
              <a:t>Regionallagerprinzip: schneller zum Kunden, weniger Belastung für die Zentrale – so funktioniert Caching.</a:t>
            </a:r>
          </a:p>
        </p:txBody>
      </p:sp>
      <p:sp>
        <p:nvSpPr>
          <p:cNvPr id="12" name="Google Shape;208;p12">
            <a:extLst>
              <a:ext uri="{FF2B5EF4-FFF2-40B4-BE49-F238E27FC236}">
                <a16:creationId xmlns:a16="http://schemas.microsoft.com/office/drawing/2014/main" id="{400AA5AC-C226-6AF4-8513-7D269972A1A8}"/>
              </a:ext>
            </a:extLst>
          </p:cNvPr>
          <p:cNvSpPr txBox="1"/>
          <p:nvPr/>
        </p:nvSpPr>
        <p:spPr>
          <a:xfrm>
            <a:off x="9890389" y="5064284"/>
            <a:ext cx="2023896" cy="60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63024"/>
              </a:lnSpc>
            </a:pPr>
            <a:r>
              <a:rPr lang="de-DE" sz="2400" b="1" dirty="0">
                <a:solidFill>
                  <a:schemeClr val="tx1"/>
                </a:solidFill>
                <a:latin typeface="Rajdhani"/>
                <a:cs typeface="Rajdhani"/>
              </a:rPr>
              <a:t>Analogie</a:t>
            </a:r>
          </a:p>
        </p:txBody>
      </p:sp>
      <p:pic>
        <p:nvPicPr>
          <p:cNvPr id="14" name="Google Shape;260;p13">
            <a:extLst>
              <a:ext uri="{FF2B5EF4-FFF2-40B4-BE49-F238E27FC236}">
                <a16:creationId xmlns:a16="http://schemas.microsoft.com/office/drawing/2014/main" id="{114AF540-54B4-A509-3945-BEB58C6EDF89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71655" y="4393621"/>
            <a:ext cx="448987" cy="566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60;p13">
            <a:extLst>
              <a:ext uri="{FF2B5EF4-FFF2-40B4-BE49-F238E27FC236}">
                <a16:creationId xmlns:a16="http://schemas.microsoft.com/office/drawing/2014/main" id="{0381A200-B0B3-E648-2FE2-238666F994C1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670800" y="4737605"/>
            <a:ext cx="448987" cy="56637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827E223D-06AD-140B-0A48-55EECDEFBBDC}"/>
              </a:ext>
            </a:extLst>
          </p:cNvPr>
          <p:cNvSpPr/>
          <p:nvPr/>
        </p:nvSpPr>
        <p:spPr>
          <a:xfrm>
            <a:off x="8755038" y="88287"/>
            <a:ext cx="580030" cy="47767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600" b="1" dirty="0">
              <a:solidFill>
                <a:schemeClr val="tx1"/>
              </a:solidFill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03071BDB-877F-3D34-CDB9-92C1D72E5FFF}"/>
              </a:ext>
            </a:extLst>
          </p:cNvPr>
          <p:cNvSpPr/>
          <p:nvPr/>
        </p:nvSpPr>
        <p:spPr>
          <a:xfrm>
            <a:off x="8853985" y="0"/>
            <a:ext cx="580030" cy="477672"/>
          </a:xfrm>
          <a:prstGeom prst="rect">
            <a:avLst/>
          </a:prstGeom>
          <a:solidFill>
            <a:srgbClr val="CCFF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tx1"/>
                </a:solidFill>
                <a:latin typeface="Rajdhani" panose="020B0604020202020204" charset="0"/>
                <a:cs typeface="Rajdhani" panose="020B0604020202020204" charset="0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D29F"/>
        </a:solidFill>
        <a:effectLst/>
      </p:bgPr>
    </p:bg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5" name="Google Shape;325;p16"/>
          <p:cNvGrpSpPr/>
          <p:nvPr/>
        </p:nvGrpSpPr>
        <p:grpSpPr>
          <a:xfrm>
            <a:off x="0" y="1238812"/>
            <a:ext cx="18288000" cy="4879047"/>
            <a:chOff x="0" y="25400"/>
            <a:chExt cx="24384000" cy="6505396"/>
          </a:xfrm>
        </p:grpSpPr>
        <p:cxnSp>
          <p:nvCxnSpPr>
            <p:cNvPr id="326" name="Google Shape;326;p16"/>
            <p:cNvCxnSpPr/>
            <p:nvPr/>
          </p:nvCxnSpPr>
          <p:spPr>
            <a:xfrm>
              <a:off x="0" y="25400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7" name="Google Shape;327;p16"/>
            <p:cNvCxnSpPr/>
            <p:nvPr/>
          </p:nvCxnSpPr>
          <p:spPr>
            <a:xfrm>
              <a:off x="0" y="1651749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8" name="Google Shape;328;p16"/>
            <p:cNvCxnSpPr/>
            <p:nvPr/>
          </p:nvCxnSpPr>
          <p:spPr>
            <a:xfrm>
              <a:off x="0" y="3278098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9" name="Google Shape;329;p16"/>
            <p:cNvCxnSpPr/>
            <p:nvPr/>
          </p:nvCxnSpPr>
          <p:spPr>
            <a:xfrm>
              <a:off x="0" y="4904447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0" name="Google Shape;330;p16"/>
            <p:cNvCxnSpPr/>
            <p:nvPr/>
          </p:nvCxnSpPr>
          <p:spPr>
            <a:xfrm>
              <a:off x="0" y="6530796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331" name="Google Shape;3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2475" y="242546"/>
            <a:ext cx="11296899" cy="921524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2" name="Google Shape;332;p16"/>
          <p:cNvGrpSpPr/>
          <p:nvPr/>
        </p:nvGrpSpPr>
        <p:grpSpPr>
          <a:xfrm>
            <a:off x="0" y="6993084"/>
            <a:ext cx="18288000" cy="3293916"/>
            <a:chOff x="0" y="-85725"/>
            <a:chExt cx="4816593" cy="867533"/>
          </a:xfrm>
        </p:grpSpPr>
        <p:sp>
          <p:nvSpPr>
            <p:cNvPr id="333" name="Google Shape;333;p16"/>
            <p:cNvSpPr/>
            <p:nvPr/>
          </p:nvSpPr>
          <p:spPr>
            <a:xfrm>
              <a:off x="0" y="0"/>
              <a:ext cx="4816592" cy="781808"/>
            </a:xfrm>
            <a:custGeom>
              <a:avLst/>
              <a:gdLst/>
              <a:ahLst/>
              <a:cxnLst/>
              <a:rect l="l" t="t" r="r" b="b"/>
              <a:pathLst>
                <a:path w="4816592" h="781808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781808"/>
                  </a:lnTo>
                  <a:lnTo>
                    <a:pt x="0" y="781808"/>
                  </a:lnTo>
                  <a:close/>
                </a:path>
              </a:pathLst>
            </a:custGeom>
            <a:solidFill>
              <a:srgbClr val="08524D"/>
            </a:solidFill>
            <a:ln>
              <a:noFill/>
            </a:ln>
          </p:spPr>
        </p:sp>
        <p:sp>
          <p:nvSpPr>
            <p:cNvPr id="334" name="Google Shape;334;p16"/>
            <p:cNvSpPr txBox="1"/>
            <p:nvPr/>
          </p:nvSpPr>
          <p:spPr>
            <a:xfrm>
              <a:off x="0" y="-85725"/>
              <a:ext cx="4816593" cy="8675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5" name="Google Shape;335;p16"/>
          <p:cNvSpPr txBox="1"/>
          <p:nvPr/>
        </p:nvSpPr>
        <p:spPr>
          <a:xfrm>
            <a:off x="331466" y="7282364"/>
            <a:ext cx="3231000" cy="27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969" b="0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02</a:t>
            </a:r>
            <a:endParaRPr/>
          </a:p>
        </p:txBody>
      </p:sp>
      <p:sp>
        <p:nvSpPr>
          <p:cNvPr id="336" name="Google Shape;336;p16"/>
          <p:cNvSpPr txBox="1"/>
          <p:nvPr/>
        </p:nvSpPr>
        <p:spPr>
          <a:xfrm>
            <a:off x="4983412" y="8189029"/>
            <a:ext cx="12158176" cy="1817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algn="ctr">
              <a:lnSpc>
                <a:spcPct val="123000"/>
              </a:lnSpc>
            </a:pPr>
            <a:r>
              <a:rPr lang="de-DE" sz="9600" dirty="0">
                <a:solidFill>
                  <a:srgbClr val="CCFFA4"/>
                </a:solidFill>
                <a:latin typeface="Rajdhani"/>
                <a:cs typeface="Rajdhani"/>
              </a:rPr>
              <a:t>Ziele des </a:t>
            </a:r>
            <a:r>
              <a:rPr lang="de-DE" sz="9600" dirty="0" err="1">
                <a:solidFill>
                  <a:srgbClr val="CCFFA4"/>
                </a:solidFill>
                <a:latin typeface="Rajdhani"/>
                <a:cs typeface="Rajdhani"/>
              </a:rPr>
              <a:t>Cachings</a:t>
            </a:r>
            <a:endParaRPr lang="de-DE" sz="9600" dirty="0">
              <a:solidFill>
                <a:srgbClr val="CCFFA4"/>
              </a:solidFill>
              <a:latin typeface="Rajdhani"/>
              <a:cs typeface="Rajdhani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0EEBE00E-395B-1CB1-A2E3-1D3C7A19BA2F}"/>
              </a:ext>
            </a:extLst>
          </p:cNvPr>
          <p:cNvSpPr/>
          <p:nvPr/>
        </p:nvSpPr>
        <p:spPr>
          <a:xfrm>
            <a:off x="8755038" y="88287"/>
            <a:ext cx="580030" cy="47767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600" b="1" dirty="0">
              <a:solidFill>
                <a:schemeClr val="tx1"/>
              </a:solidFill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E320590E-6D20-0723-F15A-452B0B8DE1A9}"/>
              </a:ext>
            </a:extLst>
          </p:cNvPr>
          <p:cNvSpPr/>
          <p:nvPr/>
        </p:nvSpPr>
        <p:spPr>
          <a:xfrm>
            <a:off x="8853985" y="0"/>
            <a:ext cx="580030" cy="477672"/>
          </a:xfrm>
          <a:prstGeom prst="rect">
            <a:avLst/>
          </a:prstGeom>
          <a:solidFill>
            <a:srgbClr val="CCFF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tx1"/>
                </a:solidFill>
                <a:latin typeface="Rajdhani" panose="020B0604020202020204" charset="0"/>
                <a:cs typeface="Rajdhani" panose="020B0604020202020204" charset="0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96B67-4E24-A549-160B-2E16A70EF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68;p14">
            <a:extLst>
              <a:ext uri="{FF2B5EF4-FFF2-40B4-BE49-F238E27FC236}">
                <a16:creationId xmlns:a16="http://schemas.microsoft.com/office/drawing/2014/main" id="{2DF9AB07-06FB-D448-7849-0A1806D12FD0}"/>
              </a:ext>
            </a:extLst>
          </p:cNvPr>
          <p:cNvSpPr txBox="1"/>
          <p:nvPr/>
        </p:nvSpPr>
        <p:spPr>
          <a:xfrm>
            <a:off x="930606" y="634969"/>
            <a:ext cx="16426787" cy="1249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3000"/>
              </a:lnSpc>
            </a:pPr>
            <a:r>
              <a:rPr lang="de-DE" sz="6600" dirty="0">
                <a:solidFill>
                  <a:srgbClr val="CCFFA4"/>
                </a:solidFill>
                <a:latin typeface="Rajdhani"/>
                <a:cs typeface="Rajdhani"/>
              </a:rPr>
              <a:t>Nutzen &amp; Wirkung</a:t>
            </a:r>
          </a:p>
        </p:txBody>
      </p:sp>
      <p:sp>
        <p:nvSpPr>
          <p:cNvPr id="7" name="Google Shape;268;p14">
            <a:extLst>
              <a:ext uri="{FF2B5EF4-FFF2-40B4-BE49-F238E27FC236}">
                <a16:creationId xmlns:a16="http://schemas.microsoft.com/office/drawing/2014/main" id="{45F27CC6-682B-F3D9-F181-C4D7F18A861B}"/>
              </a:ext>
            </a:extLst>
          </p:cNvPr>
          <p:cNvSpPr txBox="1"/>
          <p:nvPr/>
        </p:nvSpPr>
        <p:spPr>
          <a:xfrm>
            <a:off x="1028699" y="2466043"/>
            <a:ext cx="16426787" cy="4542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3000"/>
              </a:lnSpc>
            </a:pPr>
            <a:r>
              <a:rPr lang="de-DE" sz="2400" dirty="0">
                <a:solidFill>
                  <a:srgbClr val="43D29F"/>
                </a:solidFill>
                <a:latin typeface="Rajdhani"/>
                <a:cs typeface="Rajdhani"/>
              </a:rPr>
              <a:t>Performance steigern: </a:t>
            </a:r>
            <a:r>
              <a:rPr lang="de-DE" sz="2400" dirty="0">
                <a:solidFill>
                  <a:schemeClr val="tx2"/>
                </a:solidFill>
                <a:latin typeface="Rajdhani"/>
                <a:cs typeface="Rajdhani"/>
              </a:rPr>
              <a:t>Daten schneller verfügbar machen, Zugriffszeiten minimieren</a:t>
            </a:r>
          </a:p>
          <a:p>
            <a:pPr lvl="0">
              <a:lnSpc>
                <a:spcPct val="123000"/>
              </a:lnSpc>
            </a:pPr>
            <a:endParaRPr lang="de-DE" sz="2400" dirty="0">
              <a:solidFill>
                <a:schemeClr val="tx2"/>
              </a:solidFill>
              <a:latin typeface="Rajdhani"/>
              <a:cs typeface="Rajdhani"/>
            </a:endParaRPr>
          </a:p>
          <a:p>
            <a:pPr>
              <a:lnSpc>
                <a:spcPct val="123000"/>
              </a:lnSpc>
            </a:pPr>
            <a:r>
              <a:rPr lang="de-DE" sz="2400" dirty="0">
                <a:solidFill>
                  <a:srgbClr val="43D29F"/>
                </a:solidFill>
                <a:latin typeface="Rajdhani"/>
                <a:cs typeface="Rajdhani"/>
              </a:rPr>
              <a:t>Backend entlasten: </a:t>
            </a:r>
            <a:r>
              <a:rPr lang="de-DE" sz="2400" dirty="0">
                <a:solidFill>
                  <a:schemeClr val="tx2"/>
                </a:solidFill>
                <a:latin typeface="Rajdhani"/>
                <a:cs typeface="Rajdhani"/>
              </a:rPr>
              <a:t>Weniger direkte Anfragen an Server und Datenbanken</a:t>
            </a:r>
          </a:p>
          <a:p>
            <a:pPr lvl="0">
              <a:lnSpc>
                <a:spcPct val="123000"/>
              </a:lnSpc>
            </a:pPr>
            <a:endParaRPr lang="de-DE" sz="2400" dirty="0">
              <a:solidFill>
                <a:schemeClr val="tx2"/>
              </a:solidFill>
              <a:latin typeface="Rajdhani"/>
              <a:cs typeface="Rajdhani"/>
            </a:endParaRPr>
          </a:p>
          <a:p>
            <a:pPr lvl="0">
              <a:lnSpc>
                <a:spcPct val="123000"/>
              </a:lnSpc>
            </a:pPr>
            <a:r>
              <a:rPr lang="de-DE" sz="2400" dirty="0">
                <a:solidFill>
                  <a:srgbClr val="43D29F"/>
                </a:solidFill>
                <a:latin typeface="Rajdhani"/>
                <a:cs typeface="Rajdhani"/>
              </a:rPr>
              <a:t>Systemstabilität erhöhen: </a:t>
            </a:r>
            <a:r>
              <a:rPr lang="de-DE" sz="2400" dirty="0">
                <a:solidFill>
                  <a:schemeClr val="tx2"/>
                </a:solidFill>
                <a:latin typeface="Rajdhani"/>
                <a:cs typeface="Rajdhani"/>
              </a:rPr>
              <a:t>Vermeidung von Überlastung und Ausfällen</a:t>
            </a:r>
          </a:p>
          <a:p>
            <a:pPr lvl="0">
              <a:lnSpc>
                <a:spcPct val="123000"/>
              </a:lnSpc>
            </a:pPr>
            <a:endParaRPr lang="de-DE" sz="2400" dirty="0">
              <a:solidFill>
                <a:schemeClr val="tx2"/>
              </a:solidFill>
              <a:latin typeface="Rajdhani"/>
              <a:cs typeface="Rajdhani"/>
            </a:endParaRPr>
          </a:p>
          <a:p>
            <a:pPr>
              <a:lnSpc>
                <a:spcPct val="123000"/>
              </a:lnSpc>
            </a:pPr>
            <a:r>
              <a:rPr lang="de-DE" sz="2400" dirty="0">
                <a:solidFill>
                  <a:srgbClr val="43D29F"/>
                </a:solidFill>
                <a:latin typeface="Rajdhani"/>
                <a:cs typeface="Rajdhani"/>
              </a:rPr>
              <a:t>Skalierbarkeit unterstützen: </a:t>
            </a:r>
            <a:r>
              <a:rPr lang="de-DE" sz="2400" dirty="0">
                <a:solidFill>
                  <a:schemeClr val="tx2"/>
                </a:solidFill>
                <a:latin typeface="Rajdhani"/>
                <a:cs typeface="Rajdhani"/>
              </a:rPr>
              <a:t>Systeme können mehr Nutzer oder Daten effizient verarbeiten</a:t>
            </a:r>
          </a:p>
          <a:p>
            <a:pPr lvl="0">
              <a:lnSpc>
                <a:spcPct val="123000"/>
              </a:lnSpc>
            </a:pPr>
            <a:endParaRPr lang="de-DE" sz="2400" dirty="0">
              <a:solidFill>
                <a:schemeClr val="tx2"/>
              </a:solidFill>
              <a:latin typeface="Rajdhani"/>
              <a:cs typeface="Rajdhani"/>
            </a:endParaRPr>
          </a:p>
          <a:p>
            <a:pPr>
              <a:lnSpc>
                <a:spcPct val="123000"/>
              </a:lnSpc>
            </a:pPr>
            <a:r>
              <a:rPr lang="de-DE" sz="2400" dirty="0">
                <a:solidFill>
                  <a:srgbClr val="43D29F"/>
                </a:solidFill>
                <a:latin typeface="Rajdhani"/>
                <a:cs typeface="Rajdhani"/>
              </a:rPr>
              <a:t>Benutzerzufriedenheit verbessern: </a:t>
            </a:r>
            <a:r>
              <a:rPr lang="de-DE" sz="2400" dirty="0">
                <a:solidFill>
                  <a:schemeClr val="tx2"/>
                </a:solidFill>
                <a:latin typeface="Rajdhani"/>
                <a:cs typeface="Rajdhani"/>
              </a:rPr>
              <a:t>Schnelle Reaktionen erhöhen die Nutzererfahrung</a:t>
            </a:r>
          </a:p>
          <a:p>
            <a:pPr lvl="0">
              <a:lnSpc>
                <a:spcPct val="123000"/>
              </a:lnSpc>
            </a:pPr>
            <a:endParaRPr lang="de-DE" sz="2400" dirty="0">
              <a:solidFill>
                <a:schemeClr val="tx2"/>
              </a:solidFill>
              <a:latin typeface="Rajdhani"/>
              <a:cs typeface="Rajdhani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8C077E3C-DA0E-8F88-35B3-2E72CCD213E5}"/>
              </a:ext>
            </a:extLst>
          </p:cNvPr>
          <p:cNvSpPr/>
          <p:nvPr/>
        </p:nvSpPr>
        <p:spPr>
          <a:xfrm>
            <a:off x="8755038" y="88287"/>
            <a:ext cx="580030" cy="47767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600" b="1" dirty="0">
              <a:solidFill>
                <a:schemeClr val="tx1"/>
              </a:solidFill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CA607CD0-5380-0F87-EC84-F961144322DA}"/>
              </a:ext>
            </a:extLst>
          </p:cNvPr>
          <p:cNvSpPr/>
          <p:nvPr/>
        </p:nvSpPr>
        <p:spPr>
          <a:xfrm>
            <a:off x="8853985" y="0"/>
            <a:ext cx="580030" cy="477672"/>
          </a:xfrm>
          <a:prstGeom prst="rect">
            <a:avLst/>
          </a:prstGeom>
          <a:solidFill>
            <a:srgbClr val="CCFF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tx1"/>
                </a:solidFill>
                <a:latin typeface="Rajdhani" panose="020B0604020202020204" charset="0"/>
                <a:cs typeface="Rajdhani" panose="020B0604020202020204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631934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D29F"/>
        </a:solidFill>
        <a:effectLst/>
      </p:bgPr>
    </p:bg>
    <p:spTree>
      <p:nvGrpSpPr>
        <p:cNvPr id="1" name="Shape 176">
          <a:extLst>
            <a:ext uri="{FF2B5EF4-FFF2-40B4-BE49-F238E27FC236}">
              <a16:creationId xmlns:a16="http://schemas.microsoft.com/office/drawing/2014/main" id="{8598286C-4970-3D95-FE3E-C3784FD23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Google Shape;177;p11">
            <a:extLst>
              <a:ext uri="{FF2B5EF4-FFF2-40B4-BE49-F238E27FC236}">
                <a16:creationId xmlns:a16="http://schemas.microsoft.com/office/drawing/2014/main" id="{4ADF8680-5246-4C7C-FA99-D40E699889CE}"/>
              </a:ext>
            </a:extLst>
          </p:cNvPr>
          <p:cNvGrpSpPr/>
          <p:nvPr/>
        </p:nvGrpSpPr>
        <p:grpSpPr>
          <a:xfrm>
            <a:off x="0" y="1238812"/>
            <a:ext cx="18288000" cy="4879047"/>
            <a:chOff x="0" y="25400"/>
            <a:chExt cx="24384000" cy="6505396"/>
          </a:xfrm>
        </p:grpSpPr>
        <p:cxnSp>
          <p:nvCxnSpPr>
            <p:cNvPr id="178" name="Google Shape;178;p11">
              <a:extLst>
                <a:ext uri="{FF2B5EF4-FFF2-40B4-BE49-F238E27FC236}">
                  <a16:creationId xmlns:a16="http://schemas.microsoft.com/office/drawing/2014/main" id="{FDD367A6-D03D-F0D6-D02C-5843D2A546A9}"/>
                </a:ext>
              </a:extLst>
            </p:cNvPr>
            <p:cNvCxnSpPr/>
            <p:nvPr/>
          </p:nvCxnSpPr>
          <p:spPr>
            <a:xfrm>
              <a:off x="0" y="25400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9" name="Google Shape;179;p11">
              <a:extLst>
                <a:ext uri="{FF2B5EF4-FFF2-40B4-BE49-F238E27FC236}">
                  <a16:creationId xmlns:a16="http://schemas.microsoft.com/office/drawing/2014/main" id="{8EF787C0-FD94-D0A8-7900-5478C74F82B7}"/>
                </a:ext>
              </a:extLst>
            </p:cNvPr>
            <p:cNvCxnSpPr/>
            <p:nvPr/>
          </p:nvCxnSpPr>
          <p:spPr>
            <a:xfrm>
              <a:off x="0" y="1651749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0" name="Google Shape;180;p11">
              <a:extLst>
                <a:ext uri="{FF2B5EF4-FFF2-40B4-BE49-F238E27FC236}">
                  <a16:creationId xmlns:a16="http://schemas.microsoft.com/office/drawing/2014/main" id="{57F66657-4A77-7EF9-6965-AE463692CEB5}"/>
                </a:ext>
              </a:extLst>
            </p:cNvPr>
            <p:cNvCxnSpPr/>
            <p:nvPr/>
          </p:nvCxnSpPr>
          <p:spPr>
            <a:xfrm>
              <a:off x="0" y="3278098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1" name="Google Shape;181;p11">
              <a:extLst>
                <a:ext uri="{FF2B5EF4-FFF2-40B4-BE49-F238E27FC236}">
                  <a16:creationId xmlns:a16="http://schemas.microsoft.com/office/drawing/2014/main" id="{EA58AED5-E712-EAF4-CAD1-140CE78BF462}"/>
                </a:ext>
              </a:extLst>
            </p:cNvPr>
            <p:cNvCxnSpPr/>
            <p:nvPr/>
          </p:nvCxnSpPr>
          <p:spPr>
            <a:xfrm>
              <a:off x="0" y="4904447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2" name="Google Shape;182;p11">
              <a:extLst>
                <a:ext uri="{FF2B5EF4-FFF2-40B4-BE49-F238E27FC236}">
                  <a16:creationId xmlns:a16="http://schemas.microsoft.com/office/drawing/2014/main" id="{9F140D40-CBDB-5561-22A2-78C7BA9F8A68}"/>
                </a:ext>
              </a:extLst>
            </p:cNvPr>
            <p:cNvCxnSpPr/>
            <p:nvPr/>
          </p:nvCxnSpPr>
          <p:spPr>
            <a:xfrm>
              <a:off x="0" y="6530796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183" name="Google Shape;183;p11">
            <a:extLst>
              <a:ext uri="{FF2B5EF4-FFF2-40B4-BE49-F238E27FC236}">
                <a16:creationId xmlns:a16="http://schemas.microsoft.com/office/drawing/2014/main" id="{CEC90283-D1D6-E99A-8B45-3256AE19F40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5451" y="330970"/>
            <a:ext cx="12011669" cy="8367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4" name="Google Shape;184;p11">
            <a:extLst>
              <a:ext uri="{FF2B5EF4-FFF2-40B4-BE49-F238E27FC236}">
                <a16:creationId xmlns:a16="http://schemas.microsoft.com/office/drawing/2014/main" id="{94E4ABFB-A465-D0C0-8006-853229441420}"/>
              </a:ext>
            </a:extLst>
          </p:cNvPr>
          <p:cNvGrpSpPr/>
          <p:nvPr/>
        </p:nvGrpSpPr>
        <p:grpSpPr>
          <a:xfrm>
            <a:off x="0" y="6993084"/>
            <a:ext cx="18288000" cy="3293916"/>
            <a:chOff x="0" y="-85725"/>
            <a:chExt cx="4816593" cy="867533"/>
          </a:xfrm>
        </p:grpSpPr>
        <p:sp>
          <p:nvSpPr>
            <p:cNvPr id="185" name="Google Shape;185;p11">
              <a:extLst>
                <a:ext uri="{FF2B5EF4-FFF2-40B4-BE49-F238E27FC236}">
                  <a16:creationId xmlns:a16="http://schemas.microsoft.com/office/drawing/2014/main" id="{0EE33F05-40DD-1CD1-E489-52F428CF3577}"/>
                </a:ext>
              </a:extLst>
            </p:cNvPr>
            <p:cNvSpPr/>
            <p:nvPr/>
          </p:nvSpPr>
          <p:spPr>
            <a:xfrm>
              <a:off x="0" y="0"/>
              <a:ext cx="4816592" cy="781808"/>
            </a:xfrm>
            <a:custGeom>
              <a:avLst/>
              <a:gdLst/>
              <a:ahLst/>
              <a:cxnLst/>
              <a:rect l="l" t="t" r="r" b="b"/>
              <a:pathLst>
                <a:path w="4816592" h="781808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781808"/>
                  </a:lnTo>
                  <a:lnTo>
                    <a:pt x="0" y="781808"/>
                  </a:lnTo>
                  <a:close/>
                </a:path>
              </a:pathLst>
            </a:custGeom>
            <a:solidFill>
              <a:srgbClr val="08524D"/>
            </a:solidFill>
            <a:ln>
              <a:noFill/>
            </a:ln>
          </p:spPr>
        </p:sp>
        <p:sp>
          <p:nvSpPr>
            <p:cNvPr id="186" name="Google Shape;186;p11">
              <a:extLst>
                <a:ext uri="{FF2B5EF4-FFF2-40B4-BE49-F238E27FC236}">
                  <a16:creationId xmlns:a16="http://schemas.microsoft.com/office/drawing/2014/main" id="{CAE03525-098B-7579-008D-2F53492F383C}"/>
                </a:ext>
              </a:extLst>
            </p:cNvPr>
            <p:cNvSpPr txBox="1"/>
            <p:nvPr/>
          </p:nvSpPr>
          <p:spPr>
            <a:xfrm>
              <a:off x="0" y="-85725"/>
              <a:ext cx="4816593" cy="8675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7" name="Google Shape;187;p11">
            <a:extLst>
              <a:ext uri="{FF2B5EF4-FFF2-40B4-BE49-F238E27FC236}">
                <a16:creationId xmlns:a16="http://schemas.microsoft.com/office/drawing/2014/main" id="{19AA23F3-3A56-459E-B26A-5CE0824F0EED}"/>
              </a:ext>
            </a:extLst>
          </p:cNvPr>
          <p:cNvSpPr txBox="1"/>
          <p:nvPr/>
        </p:nvSpPr>
        <p:spPr>
          <a:xfrm>
            <a:off x="331466" y="7376960"/>
            <a:ext cx="3231000" cy="3401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969" b="0" i="0" u="none" strike="noStrike" cap="none" dirty="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03</a:t>
            </a:r>
            <a:endParaRPr dirty="0"/>
          </a:p>
        </p:txBody>
      </p:sp>
      <p:sp>
        <p:nvSpPr>
          <p:cNvPr id="188" name="Google Shape;188;p11">
            <a:extLst>
              <a:ext uri="{FF2B5EF4-FFF2-40B4-BE49-F238E27FC236}">
                <a16:creationId xmlns:a16="http://schemas.microsoft.com/office/drawing/2014/main" id="{70F2957B-1A69-5730-B3EE-FBFF1E3151E9}"/>
              </a:ext>
            </a:extLst>
          </p:cNvPr>
          <p:cNvSpPr txBox="1"/>
          <p:nvPr/>
        </p:nvSpPr>
        <p:spPr>
          <a:xfrm>
            <a:off x="3562466" y="8248399"/>
            <a:ext cx="14394000" cy="1817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23000"/>
              </a:lnSpc>
            </a:pPr>
            <a:r>
              <a:rPr lang="de-DE" sz="9600" dirty="0">
                <a:solidFill>
                  <a:srgbClr val="CCFFA4"/>
                </a:solidFill>
                <a:latin typeface="Rajdhani"/>
                <a:cs typeface="Rajdhani"/>
              </a:rPr>
              <a:t>Architekturebenen</a:t>
            </a:r>
            <a:endParaRPr sz="9600" dirty="0">
              <a:solidFill>
                <a:srgbClr val="CCFFA4"/>
              </a:solidFill>
              <a:latin typeface="Rajdhani"/>
              <a:cs typeface="Rajdhani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2B252B0D-93AD-8179-CF10-7EAD07DFC5B9}"/>
              </a:ext>
            </a:extLst>
          </p:cNvPr>
          <p:cNvSpPr/>
          <p:nvPr/>
        </p:nvSpPr>
        <p:spPr>
          <a:xfrm>
            <a:off x="8755038" y="88287"/>
            <a:ext cx="580030" cy="47767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600" b="1" dirty="0">
              <a:solidFill>
                <a:schemeClr val="tx1"/>
              </a:solidFill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90D8193A-8B77-BC82-400D-2CF08DF14D67}"/>
              </a:ext>
            </a:extLst>
          </p:cNvPr>
          <p:cNvSpPr/>
          <p:nvPr/>
        </p:nvSpPr>
        <p:spPr>
          <a:xfrm>
            <a:off x="8853985" y="0"/>
            <a:ext cx="580030" cy="477672"/>
          </a:xfrm>
          <a:prstGeom prst="rect">
            <a:avLst/>
          </a:prstGeom>
          <a:solidFill>
            <a:srgbClr val="CCFF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tx1"/>
                </a:solidFill>
                <a:latin typeface="Rajdhani" panose="020B0604020202020204" charset="0"/>
                <a:cs typeface="Rajdhani" panose="020B0604020202020204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2569339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199;p12">
            <a:extLst>
              <a:ext uri="{FF2B5EF4-FFF2-40B4-BE49-F238E27FC236}">
                <a16:creationId xmlns:a16="http://schemas.microsoft.com/office/drawing/2014/main" id="{8E3733EB-01D8-9CCB-D446-91CACCA0FDFF}"/>
              </a:ext>
            </a:extLst>
          </p:cNvPr>
          <p:cNvGrpSpPr/>
          <p:nvPr/>
        </p:nvGrpSpPr>
        <p:grpSpPr>
          <a:xfrm>
            <a:off x="10747275" y="7502012"/>
            <a:ext cx="2118782" cy="1988943"/>
            <a:chOff x="0" y="-9525"/>
            <a:chExt cx="812800" cy="822325"/>
          </a:xfrm>
        </p:grpSpPr>
        <p:sp>
          <p:nvSpPr>
            <p:cNvPr id="20" name="Google Shape;200;p12">
              <a:extLst>
                <a:ext uri="{FF2B5EF4-FFF2-40B4-BE49-F238E27FC236}">
                  <a16:creationId xmlns:a16="http://schemas.microsoft.com/office/drawing/2014/main" id="{3BCD0F6E-2495-4902-30EE-D9D6DE1E41C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F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01;p12">
              <a:extLst>
                <a:ext uri="{FF2B5EF4-FFF2-40B4-BE49-F238E27FC236}">
                  <a16:creationId xmlns:a16="http://schemas.microsoft.com/office/drawing/2014/main" id="{D25CFB2C-29CB-E75B-D417-8C559293576B}"/>
                </a:ext>
              </a:extLst>
            </p:cNvPr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" name="Google Shape;199;p12">
            <a:extLst>
              <a:ext uri="{FF2B5EF4-FFF2-40B4-BE49-F238E27FC236}">
                <a16:creationId xmlns:a16="http://schemas.microsoft.com/office/drawing/2014/main" id="{A6E74F36-32F6-B140-DDBA-27D4C1201B03}"/>
              </a:ext>
            </a:extLst>
          </p:cNvPr>
          <p:cNvGrpSpPr/>
          <p:nvPr/>
        </p:nvGrpSpPr>
        <p:grpSpPr>
          <a:xfrm>
            <a:off x="7638559" y="7478974"/>
            <a:ext cx="2118782" cy="1988943"/>
            <a:chOff x="0" y="-9525"/>
            <a:chExt cx="812800" cy="822325"/>
          </a:xfrm>
        </p:grpSpPr>
        <p:sp>
          <p:nvSpPr>
            <p:cNvPr id="17" name="Google Shape;200;p12">
              <a:extLst>
                <a:ext uri="{FF2B5EF4-FFF2-40B4-BE49-F238E27FC236}">
                  <a16:creationId xmlns:a16="http://schemas.microsoft.com/office/drawing/2014/main" id="{587D018F-F2F9-0ACA-F2CE-12631D4479F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F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01;p12">
              <a:extLst>
                <a:ext uri="{FF2B5EF4-FFF2-40B4-BE49-F238E27FC236}">
                  <a16:creationId xmlns:a16="http://schemas.microsoft.com/office/drawing/2014/main" id="{9091CD68-C671-DF27-EDCA-E7267F50873C}"/>
                </a:ext>
              </a:extLst>
            </p:cNvPr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" name="Google Shape;199;p12">
            <a:extLst>
              <a:ext uri="{FF2B5EF4-FFF2-40B4-BE49-F238E27FC236}">
                <a16:creationId xmlns:a16="http://schemas.microsoft.com/office/drawing/2014/main" id="{3C8D387F-3241-CFF6-9C97-12701CC6A5E9}"/>
              </a:ext>
            </a:extLst>
          </p:cNvPr>
          <p:cNvGrpSpPr/>
          <p:nvPr/>
        </p:nvGrpSpPr>
        <p:grpSpPr>
          <a:xfrm>
            <a:off x="4529843" y="7331645"/>
            <a:ext cx="2118782" cy="1988943"/>
            <a:chOff x="0" y="-9525"/>
            <a:chExt cx="812800" cy="822325"/>
          </a:xfrm>
        </p:grpSpPr>
        <p:sp>
          <p:nvSpPr>
            <p:cNvPr id="14" name="Google Shape;200;p12">
              <a:extLst>
                <a:ext uri="{FF2B5EF4-FFF2-40B4-BE49-F238E27FC236}">
                  <a16:creationId xmlns:a16="http://schemas.microsoft.com/office/drawing/2014/main" id="{EB60CFC2-6391-0E64-454A-8AD4A325912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F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01;p12">
              <a:extLst>
                <a:ext uri="{FF2B5EF4-FFF2-40B4-BE49-F238E27FC236}">
                  <a16:creationId xmlns:a16="http://schemas.microsoft.com/office/drawing/2014/main" id="{1D5149CA-8F45-8425-6201-F94724EDC997}"/>
                </a:ext>
              </a:extLst>
            </p:cNvPr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" name="Google Shape;268;p14">
            <a:extLst>
              <a:ext uri="{FF2B5EF4-FFF2-40B4-BE49-F238E27FC236}">
                <a16:creationId xmlns:a16="http://schemas.microsoft.com/office/drawing/2014/main" id="{8893270C-7DA0-6715-9ECB-C579065B1327}"/>
              </a:ext>
            </a:extLst>
          </p:cNvPr>
          <p:cNvSpPr txBox="1"/>
          <p:nvPr/>
        </p:nvSpPr>
        <p:spPr>
          <a:xfrm>
            <a:off x="1028699" y="634969"/>
            <a:ext cx="16426787" cy="1249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3000"/>
              </a:lnSpc>
            </a:pPr>
            <a:r>
              <a:rPr lang="de-DE" sz="6600" dirty="0">
                <a:solidFill>
                  <a:srgbClr val="CCFFA4"/>
                </a:solidFill>
                <a:latin typeface="Rajdhani"/>
                <a:cs typeface="Rajdhani"/>
              </a:rPr>
              <a:t>Architekturebenen des </a:t>
            </a:r>
            <a:r>
              <a:rPr lang="de-DE" sz="6600" dirty="0" err="1">
                <a:solidFill>
                  <a:srgbClr val="CCFFA4"/>
                </a:solidFill>
                <a:latin typeface="Rajdhani"/>
                <a:cs typeface="Rajdhani"/>
              </a:rPr>
              <a:t>Cachings</a:t>
            </a:r>
            <a:endParaRPr lang="de-DE" sz="6600" dirty="0">
              <a:solidFill>
                <a:srgbClr val="CCFFA4"/>
              </a:solidFill>
              <a:latin typeface="Rajdhani"/>
              <a:cs typeface="Rajdhani"/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21111C4B-6470-CE54-17E8-919F72E1CF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964"/>
          <a:stretch>
            <a:fillRect/>
          </a:stretch>
        </p:blipFill>
        <p:spPr>
          <a:xfrm>
            <a:off x="3452882" y="3043450"/>
            <a:ext cx="10490137" cy="5527343"/>
          </a:xfrm>
          <a:prstGeom prst="rect">
            <a:avLst/>
          </a:prstGeom>
        </p:spPr>
      </p:pic>
      <p:sp>
        <p:nvSpPr>
          <p:cNvPr id="10" name="Google Shape;269;p14">
            <a:extLst>
              <a:ext uri="{FF2B5EF4-FFF2-40B4-BE49-F238E27FC236}">
                <a16:creationId xmlns:a16="http://schemas.microsoft.com/office/drawing/2014/main" id="{C5BA3EAC-8AE2-4FA1-7B64-6242231CABB9}"/>
              </a:ext>
            </a:extLst>
          </p:cNvPr>
          <p:cNvSpPr txBox="1"/>
          <p:nvPr/>
        </p:nvSpPr>
        <p:spPr>
          <a:xfrm>
            <a:off x="4808330" y="7478975"/>
            <a:ext cx="1387752" cy="1988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3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8" b="0" i="0" u="none" strike="noStrike" cap="none" dirty="0">
                <a:solidFill>
                  <a:srgbClr val="43D29F"/>
                </a:solidFill>
                <a:latin typeface="Rajdhani"/>
                <a:ea typeface="Rajdhani"/>
                <a:cs typeface="Rajdhani"/>
                <a:sym typeface="Rajdhani"/>
              </a:rPr>
              <a:t>01</a:t>
            </a:r>
            <a:endParaRPr dirty="0">
              <a:solidFill>
                <a:srgbClr val="43D29F"/>
              </a:solidFill>
            </a:endParaRPr>
          </a:p>
        </p:txBody>
      </p:sp>
      <p:sp>
        <p:nvSpPr>
          <p:cNvPr id="11" name="Google Shape;269;p14">
            <a:extLst>
              <a:ext uri="{FF2B5EF4-FFF2-40B4-BE49-F238E27FC236}">
                <a16:creationId xmlns:a16="http://schemas.microsoft.com/office/drawing/2014/main" id="{0F85E2A3-61A5-45B2-0FF3-6332B4AD8238}"/>
              </a:ext>
            </a:extLst>
          </p:cNvPr>
          <p:cNvSpPr txBox="1"/>
          <p:nvPr/>
        </p:nvSpPr>
        <p:spPr>
          <a:xfrm>
            <a:off x="8004074" y="7478975"/>
            <a:ext cx="1387752" cy="1988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3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8" b="0" i="0" u="none" strike="noStrike" cap="none" dirty="0">
                <a:solidFill>
                  <a:srgbClr val="43D29F"/>
                </a:solidFill>
                <a:latin typeface="Rajdhani"/>
                <a:ea typeface="Rajdhani"/>
                <a:cs typeface="Rajdhani"/>
                <a:sym typeface="Rajdhani"/>
              </a:rPr>
              <a:t>02</a:t>
            </a:r>
            <a:endParaRPr dirty="0">
              <a:solidFill>
                <a:srgbClr val="43D29F"/>
              </a:solidFill>
            </a:endParaRPr>
          </a:p>
        </p:txBody>
      </p:sp>
      <p:sp>
        <p:nvSpPr>
          <p:cNvPr id="12" name="Google Shape;269;p14">
            <a:extLst>
              <a:ext uri="{FF2B5EF4-FFF2-40B4-BE49-F238E27FC236}">
                <a16:creationId xmlns:a16="http://schemas.microsoft.com/office/drawing/2014/main" id="{457EDBC7-EC6A-7F74-FAD8-D6470018B500}"/>
              </a:ext>
            </a:extLst>
          </p:cNvPr>
          <p:cNvSpPr txBox="1"/>
          <p:nvPr/>
        </p:nvSpPr>
        <p:spPr>
          <a:xfrm>
            <a:off x="11199818" y="7478975"/>
            <a:ext cx="1387752" cy="1988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3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8" b="0" i="0" u="none" strike="noStrike" cap="none" dirty="0">
                <a:solidFill>
                  <a:srgbClr val="43D29F"/>
                </a:solidFill>
                <a:latin typeface="Rajdhani"/>
                <a:ea typeface="Rajdhani"/>
                <a:cs typeface="Rajdhani"/>
                <a:sym typeface="Rajdhani"/>
              </a:rPr>
              <a:t>0</a:t>
            </a:r>
            <a:r>
              <a:rPr lang="en-US" sz="10508" dirty="0">
                <a:solidFill>
                  <a:srgbClr val="43D29F"/>
                </a:solidFill>
                <a:latin typeface="Rajdhani"/>
                <a:ea typeface="Rajdhani"/>
                <a:cs typeface="Rajdhani"/>
                <a:sym typeface="Rajdhani"/>
              </a:rPr>
              <a:t>3</a:t>
            </a:r>
            <a:endParaRPr dirty="0">
              <a:solidFill>
                <a:srgbClr val="43D29F"/>
              </a:solidFill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373EC7C2-2C67-1462-BA37-50553C63840F}"/>
              </a:ext>
            </a:extLst>
          </p:cNvPr>
          <p:cNvSpPr/>
          <p:nvPr/>
        </p:nvSpPr>
        <p:spPr>
          <a:xfrm>
            <a:off x="8755038" y="88287"/>
            <a:ext cx="580030" cy="47767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600" b="1" dirty="0">
              <a:solidFill>
                <a:schemeClr val="tx1"/>
              </a:solidFill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35134C5B-C504-97C4-34B8-BF5D549CB56A}"/>
              </a:ext>
            </a:extLst>
          </p:cNvPr>
          <p:cNvSpPr/>
          <p:nvPr/>
        </p:nvSpPr>
        <p:spPr>
          <a:xfrm>
            <a:off x="8853985" y="0"/>
            <a:ext cx="580030" cy="477672"/>
          </a:xfrm>
          <a:prstGeom prst="rect">
            <a:avLst/>
          </a:prstGeom>
          <a:solidFill>
            <a:srgbClr val="CCFF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tx1"/>
                </a:solidFill>
                <a:latin typeface="Rajdhani" panose="020B0604020202020204" charset="0"/>
                <a:cs typeface="Rajdhani" panose="020B0604020202020204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54601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14714-748D-206C-698E-ED59F5F41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68;p14">
            <a:extLst>
              <a:ext uri="{FF2B5EF4-FFF2-40B4-BE49-F238E27FC236}">
                <a16:creationId xmlns:a16="http://schemas.microsoft.com/office/drawing/2014/main" id="{A4CA07C1-D7CC-E509-84BE-2EE7EC5E997F}"/>
              </a:ext>
            </a:extLst>
          </p:cNvPr>
          <p:cNvSpPr txBox="1"/>
          <p:nvPr/>
        </p:nvSpPr>
        <p:spPr>
          <a:xfrm>
            <a:off x="930606" y="634969"/>
            <a:ext cx="16426787" cy="1249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3000"/>
              </a:lnSpc>
            </a:pPr>
            <a:r>
              <a:rPr lang="de-DE" sz="6600" dirty="0">
                <a:solidFill>
                  <a:srgbClr val="CCFFA4"/>
                </a:solidFill>
                <a:latin typeface="Rajdhani"/>
                <a:cs typeface="Rajdhani"/>
              </a:rPr>
              <a:t>Client-Side Caching</a:t>
            </a:r>
          </a:p>
        </p:txBody>
      </p:sp>
      <p:grpSp>
        <p:nvGrpSpPr>
          <p:cNvPr id="3" name="Google Shape;199;p12">
            <a:extLst>
              <a:ext uri="{FF2B5EF4-FFF2-40B4-BE49-F238E27FC236}">
                <a16:creationId xmlns:a16="http://schemas.microsoft.com/office/drawing/2014/main" id="{FB44BD27-EE26-0D54-7589-6742561D86CD}"/>
              </a:ext>
            </a:extLst>
          </p:cNvPr>
          <p:cNvGrpSpPr/>
          <p:nvPr/>
        </p:nvGrpSpPr>
        <p:grpSpPr>
          <a:xfrm>
            <a:off x="1546703" y="1884222"/>
            <a:ext cx="4320000" cy="4320000"/>
            <a:chOff x="0" y="-9525"/>
            <a:chExt cx="812800" cy="822325"/>
          </a:xfrm>
        </p:grpSpPr>
        <p:sp>
          <p:nvSpPr>
            <p:cNvPr id="4" name="Google Shape;200;p12">
              <a:extLst>
                <a:ext uri="{FF2B5EF4-FFF2-40B4-BE49-F238E27FC236}">
                  <a16:creationId xmlns:a16="http://schemas.microsoft.com/office/drawing/2014/main" id="{C12BF53A-DF14-37E6-3748-91B096C1B79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F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201;p12">
              <a:extLst>
                <a:ext uri="{FF2B5EF4-FFF2-40B4-BE49-F238E27FC236}">
                  <a16:creationId xmlns:a16="http://schemas.microsoft.com/office/drawing/2014/main" id="{2D55675E-D38E-4C09-2AB7-5488451756E4}"/>
                </a:ext>
              </a:extLst>
            </p:cNvPr>
            <p:cNvSpPr txBox="1"/>
            <p:nvPr/>
          </p:nvSpPr>
          <p:spPr>
            <a:xfrm>
              <a:off x="84667" y="-9525"/>
              <a:ext cx="728133" cy="746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" name="Google Shape;199;p12">
            <a:extLst>
              <a:ext uri="{FF2B5EF4-FFF2-40B4-BE49-F238E27FC236}">
                <a16:creationId xmlns:a16="http://schemas.microsoft.com/office/drawing/2014/main" id="{F10CFA37-674F-270F-EFD1-C101C1E2861C}"/>
              </a:ext>
            </a:extLst>
          </p:cNvPr>
          <p:cNvGrpSpPr/>
          <p:nvPr/>
        </p:nvGrpSpPr>
        <p:grpSpPr>
          <a:xfrm>
            <a:off x="4542870" y="5769814"/>
            <a:ext cx="4320000" cy="4320000"/>
            <a:chOff x="0" y="-9525"/>
            <a:chExt cx="812800" cy="822325"/>
          </a:xfrm>
        </p:grpSpPr>
        <p:sp>
          <p:nvSpPr>
            <p:cNvPr id="19" name="Google Shape;200;p12">
              <a:extLst>
                <a:ext uri="{FF2B5EF4-FFF2-40B4-BE49-F238E27FC236}">
                  <a16:creationId xmlns:a16="http://schemas.microsoft.com/office/drawing/2014/main" id="{1FF37699-C655-D5F5-AB0F-C3C1265044E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3D2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" name="Google Shape;201;p12">
              <a:extLst>
                <a:ext uri="{FF2B5EF4-FFF2-40B4-BE49-F238E27FC236}">
                  <a16:creationId xmlns:a16="http://schemas.microsoft.com/office/drawing/2014/main" id="{6AA2FC22-0148-ED08-955E-A305585A54B4}"/>
                </a:ext>
              </a:extLst>
            </p:cNvPr>
            <p:cNvSpPr txBox="1"/>
            <p:nvPr/>
          </p:nvSpPr>
          <p:spPr>
            <a:xfrm>
              <a:off x="84667" y="-9525"/>
              <a:ext cx="728133" cy="746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" name="Google Shape;199;p12">
            <a:extLst>
              <a:ext uri="{FF2B5EF4-FFF2-40B4-BE49-F238E27FC236}">
                <a16:creationId xmlns:a16="http://schemas.microsoft.com/office/drawing/2014/main" id="{40A9CE75-ACBE-09FF-A380-C0ADF36CAC0E}"/>
              </a:ext>
            </a:extLst>
          </p:cNvPr>
          <p:cNvGrpSpPr/>
          <p:nvPr/>
        </p:nvGrpSpPr>
        <p:grpSpPr>
          <a:xfrm>
            <a:off x="9567521" y="5769814"/>
            <a:ext cx="4320000" cy="4320000"/>
            <a:chOff x="0" y="-9525"/>
            <a:chExt cx="812800" cy="822325"/>
          </a:xfrm>
        </p:grpSpPr>
        <p:sp>
          <p:nvSpPr>
            <p:cNvPr id="31" name="Google Shape;200;p12">
              <a:extLst>
                <a:ext uri="{FF2B5EF4-FFF2-40B4-BE49-F238E27FC236}">
                  <a16:creationId xmlns:a16="http://schemas.microsoft.com/office/drawing/2014/main" id="{53A181C7-5470-789E-D70A-3398B453C86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3D2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01;p12">
              <a:extLst>
                <a:ext uri="{FF2B5EF4-FFF2-40B4-BE49-F238E27FC236}">
                  <a16:creationId xmlns:a16="http://schemas.microsoft.com/office/drawing/2014/main" id="{F3D21D6A-0A40-98D0-73A8-795FB3CAC662}"/>
                </a:ext>
              </a:extLst>
            </p:cNvPr>
            <p:cNvSpPr txBox="1"/>
            <p:nvPr/>
          </p:nvSpPr>
          <p:spPr>
            <a:xfrm>
              <a:off x="84667" y="-9525"/>
              <a:ext cx="728133" cy="746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" name="Textfeld 32">
            <a:extLst>
              <a:ext uri="{FF2B5EF4-FFF2-40B4-BE49-F238E27FC236}">
                <a16:creationId xmlns:a16="http://schemas.microsoft.com/office/drawing/2014/main" id="{9FB35935-31D3-9ECB-00FA-6668B95EDE40}"/>
              </a:ext>
            </a:extLst>
          </p:cNvPr>
          <p:cNvSpPr txBox="1"/>
          <p:nvPr/>
        </p:nvSpPr>
        <p:spPr>
          <a:xfrm>
            <a:off x="9873255" y="7800944"/>
            <a:ext cx="370853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de-DE" altLang="de-DE" sz="2000" dirty="0">
                <a:solidFill>
                  <a:schemeClr val="tx1"/>
                </a:solidFill>
                <a:latin typeface="Rajdhani"/>
                <a:cs typeface="Rajdhani"/>
              </a:rPr>
              <a:t>HTTP-Header (z. B. Cache-Control: </a:t>
            </a:r>
            <a:r>
              <a:rPr lang="de-DE" altLang="de-DE" sz="2000" dirty="0" err="1">
                <a:solidFill>
                  <a:schemeClr val="tx1"/>
                </a:solidFill>
                <a:latin typeface="Rajdhani"/>
                <a:cs typeface="Rajdhani"/>
              </a:rPr>
              <a:t>max-age</a:t>
            </a:r>
            <a:r>
              <a:rPr lang="de-DE" altLang="de-DE" sz="2000" dirty="0">
                <a:solidFill>
                  <a:schemeClr val="tx1"/>
                </a:solidFill>
                <a:latin typeface="Rajdhani"/>
                <a:cs typeface="Rajdhani"/>
              </a:rPr>
              <a:t>=60)</a:t>
            </a:r>
          </a:p>
        </p:txBody>
      </p:sp>
      <p:grpSp>
        <p:nvGrpSpPr>
          <p:cNvPr id="34" name="Google Shape;199;p12">
            <a:extLst>
              <a:ext uri="{FF2B5EF4-FFF2-40B4-BE49-F238E27FC236}">
                <a16:creationId xmlns:a16="http://schemas.microsoft.com/office/drawing/2014/main" id="{FF8A67EF-1E51-9A4D-3B0A-35E327543F56}"/>
              </a:ext>
            </a:extLst>
          </p:cNvPr>
          <p:cNvGrpSpPr/>
          <p:nvPr/>
        </p:nvGrpSpPr>
        <p:grpSpPr>
          <a:xfrm>
            <a:off x="12595547" y="1934261"/>
            <a:ext cx="4320000" cy="4320000"/>
            <a:chOff x="0" y="-9525"/>
            <a:chExt cx="812800" cy="822325"/>
          </a:xfrm>
        </p:grpSpPr>
        <p:sp>
          <p:nvSpPr>
            <p:cNvPr id="35" name="Google Shape;200;p12">
              <a:extLst>
                <a:ext uri="{FF2B5EF4-FFF2-40B4-BE49-F238E27FC236}">
                  <a16:creationId xmlns:a16="http://schemas.microsoft.com/office/drawing/2014/main" id="{DC5F6F6F-1C52-83F9-85DC-A8EB2EF192E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F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01;p12">
              <a:extLst>
                <a:ext uri="{FF2B5EF4-FFF2-40B4-BE49-F238E27FC236}">
                  <a16:creationId xmlns:a16="http://schemas.microsoft.com/office/drawing/2014/main" id="{E08A49D1-B4CC-6A81-A124-90ED1360F2FE}"/>
                </a:ext>
              </a:extLst>
            </p:cNvPr>
            <p:cNvSpPr txBox="1"/>
            <p:nvPr/>
          </p:nvSpPr>
          <p:spPr>
            <a:xfrm>
              <a:off x="84667" y="-9525"/>
              <a:ext cx="728133" cy="746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" name="Google Shape;206;p12">
            <a:extLst>
              <a:ext uri="{FF2B5EF4-FFF2-40B4-BE49-F238E27FC236}">
                <a16:creationId xmlns:a16="http://schemas.microsoft.com/office/drawing/2014/main" id="{C29EF8FD-3290-B5AE-6545-FA9E3572D5E2}"/>
              </a:ext>
            </a:extLst>
          </p:cNvPr>
          <p:cNvSpPr txBox="1"/>
          <p:nvPr/>
        </p:nvSpPr>
        <p:spPr>
          <a:xfrm>
            <a:off x="2161313" y="3448169"/>
            <a:ext cx="284630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0"/>
              </a:lnSpc>
            </a:pPr>
            <a:r>
              <a:rPr lang="de-DE" sz="2000" dirty="0">
                <a:solidFill>
                  <a:schemeClr val="tx1"/>
                </a:solidFill>
                <a:latin typeface="Rajdhani"/>
                <a:cs typeface="Rajdhani"/>
              </a:rPr>
              <a:t>Lokal auf Endgerät</a:t>
            </a:r>
            <a:endParaRPr sz="2000" dirty="0">
              <a:solidFill>
                <a:schemeClr val="tx1"/>
              </a:solidFill>
              <a:latin typeface="Rajdhani"/>
              <a:cs typeface="Rajdhani"/>
            </a:endParaRPr>
          </a:p>
        </p:txBody>
      </p:sp>
      <p:sp>
        <p:nvSpPr>
          <p:cNvPr id="39" name="Google Shape;208;p12">
            <a:extLst>
              <a:ext uri="{FF2B5EF4-FFF2-40B4-BE49-F238E27FC236}">
                <a16:creationId xmlns:a16="http://schemas.microsoft.com/office/drawing/2014/main" id="{774869B7-CB60-717D-1F8E-C01B8ED0EFBA}"/>
              </a:ext>
            </a:extLst>
          </p:cNvPr>
          <p:cNvSpPr txBox="1"/>
          <p:nvPr/>
        </p:nvSpPr>
        <p:spPr>
          <a:xfrm>
            <a:off x="2572520" y="2706401"/>
            <a:ext cx="2023896" cy="60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63024"/>
              </a:lnSpc>
            </a:pPr>
            <a:r>
              <a:rPr lang="de-DE" sz="2400" b="1" dirty="0">
                <a:solidFill>
                  <a:schemeClr val="tx1"/>
                </a:solidFill>
                <a:latin typeface="Rajdhani"/>
                <a:cs typeface="Rajdhani"/>
              </a:rPr>
              <a:t>Speicherort</a:t>
            </a:r>
            <a:endParaRPr sz="2400" b="1" dirty="0">
              <a:solidFill>
                <a:schemeClr val="tx1"/>
              </a:solidFill>
              <a:latin typeface="Rajdhani"/>
              <a:cs typeface="Rajdhani"/>
            </a:endParaRPr>
          </a:p>
        </p:txBody>
      </p:sp>
      <p:sp>
        <p:nvSpPr>
          <p:cNvPr id="40" name="Google Shape;206;p12">
            <a:extLst>
              <a:ext uri="{FF2B5EF4-FFF2-40B4-BE49-F238E27FC236}">
                <a16:creationId xmlns:a16="http://schemas.microsoft.com/office/drawing/2014/main" id="{9085C6C1-34CD-1BC1-A276-78EDA2EE86E0}"/>
              </a:ext>
            </a:extLst>
          </p:cNvPr>
          <p:cNvSpPr txBox="1"/>
          <p:nvPr/>
        </p:nvSpPr>
        <p:spPr>
          <a:xfrm>
            <a:off x="5279715" y="7331111"/>
            <a:ext cx="2846309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de-DE" altLang="de-DE" sz="2000" dirty="0">
                <a:solidFill>
                  <a:schemeClr val="tx1"/>
                </a:solidFill>
                <a:latin typeface="Rajdhani"/>
                <a:cs typeface="Rajdhani"/>
              </a:rPr>
              <a:t>Statische Ressourcen (CSS, JS, Bilder, Fonts)</a:t>
            </a:r>
          </a:p>
        </p:txBody>
      </p:sp>
      <p:sp>
        <p:nvSpPr>
          <p:cNvPr id="41" name="Google Shape;208;p12">
            <a:extLst>
              <a:ext uri="{FF2B5EF4-FFF2-40B4-BE49-F238E27FC236}">
                <a16:creationId xmlns:a16="http://schemas.microsoft.com/office/drawing/2014/main" id="{BDC0279B-6B9A-758E-1E91-896CD75C6240}"/>
              </a:ext>
            </a:extLst>
          </p:cNvPr>
          <p:cNvSpPr txBox="1"/>
          <p:nvPr/>
        </p:nvSpPr>
        <p:spPr>
          <a:xfrm>
            <a:off x="5576414" y="6558884"/>
            <a:ext cx="2435102" cy="60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63024"/>
              </a:lnSpc>
            </a:pPr>
            <a:r>
              <a:rPr lang="de-DE" altLang="de-DE" sz="2400" b="1" dirty="0">
                <a:solidFill>
                  <a:schemeClr val="tx1"/>
                </a:solidFill>
                <a:latin typeface="Rajdhani"/>
                <a:cs typeface="Rajdhani"/>
              </a:rPr>
              <a:t>Anwendungsfall</a:t>
            </a:r>
            <a:endParaRPr sz="2400" b="1" dirty="0">
              <a:solidFill>
                <a:schemeClr val="tx1"/>
              </a:solidFill>
              <a:latin typeface="Rajdhani"/>
              <a:cs typeface="Rajdhani"/>
            </a:endParaRPr>
          </a:p>
        </p:txBody>
      </p:sp>
      <p:sp>
        <p:nvSpPr>
          <p:cNvPr id="42" name="Google Shape;208;p12">
            <a:extLst>
              <a:ext uri="{FF2B5EF4-FFF2-40B4-BE49-F238E27FC236}">
                <a16:creationId xmlns:a16="http://schemas.microsoft.com/office/drawing/2014/main" id="{7D0309F4-AD80-AF23-14EB-969FD3209653}"/>
              </a:ext>
            </a:extLst>
          </p:cNvPr>
          <p:cNvSpPr txBox="1"/>
          <p:nvPr/>
        </p:nvSpPr>
        <p:spPr>
          <a:xfrm>
            <a:off x="10509970" y="6642783"/>
            <a:ext cx="2435102" cy="60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63024"/>
              </a:lnSpc>
            </a:pPr>
            <a:r>
              <a:rPr lang="de-DE" altLang="de-DE" sz="2400" b="1" dirty="0">
                <a:solidFill>
                  <a:schemeClr val="tx1"/>
                </a:solidFill>
                <a:latin typeface="Rajdhani"/>
                <a:cs typeface="Rajdhani"/>
              </a:rPr>
              <a:t>Steuerung</a:t>
            </a:r>
            <a:endParaRPr sz="2400" b="1" dirty="0">
              <a:solidFill>
                <a:schemeClr val="tx1"/>
              </a:solidFill>
              <a:latin typeface="Rajdhani"/>
              <a:cs typeface="Rajdhani"/>
            </a:endParaRP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60BA5EA8-B280-0B83-4929-40AF0467F9FA}"/>
              </a:ext>
            </a:extLst>
          </p:cNvPr>
          <p:cNvSpPr txBox="1"/>
          <p:nvPr/>
        </p:nvSpPr>
        <p:spPr>
          <a:xfrm>
            <a:off x="13032765" y="3709506"/>
            <a:ext cx="370853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ctr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chemeClr val="tx1"/>
                </a:solidFill>
                <a:latin typeface="Rajdhani"/>
                <a:cs typeface="Rajdhani"/>
              </a:rPr>
              <a:t>Sehr schnelle Ladezeiten</a:t>
            </a:r>
          </a:p>
          <a:p>
            <a:pPr marL="342900" indent="-342900" algn="ctr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chemeClr val="tx1"/>
                </a:solidFill>
                <a:latin typeface="Rajdhani"/>
                <a:cs typeface="Rajdhani"/>
              </a:rPr>
              <a:t>Keine erneute Serveranfrage notwendig</a:t>
            </a:r>
            <a:endParaRPr lang="de-DE" altLang="de-DE" sz="2000" dirty="0">
              <a:solidFill>
                <a:schemeClr val="tx1"/>
              </a:solidFill>
              <a:latin typeface="Rajdhani"/>
              <a:cs typeface="Rajdhani"/>
            </a:endParaRPr>
          </a:p>
        </p:txBody>
      </p:sp>
      <p:sp>
        <p:nvSpPr>
          <p:cNvPr id="48" name="Google Shape;208;p12">
            <a:extLst>
              <a:ext uri="{FF2B5EF4-FFF2-40B4-BE49-F238E27FC236}">
                <a16:creationId xmlns:a16="http://schemas.microsoft.com/office/drawing/2014/main" id="{2D558D2B-2F21-8B5D-D464-2849A1F8532C}"/>
              </a:ext>
            </a:extLst>
          </p:cNvPr>
          <p:cNvSpPr txBox="1"/>
          <p:nvPr/>
        </p:nvSpPr>
        <p:spPr>
          <a:xfrm>
            <a:off x="13669480" y="2551345"/>
            <a:ext cx="2435102" cy="60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63024"/>
              </a:lnSpc>
            </a:pPr>
            <a:r>
              <a:rPr lang="de-DE" altLang="de-DE" sz="2400" b="1" dirty="0">
                <a:solidFill>
                  <a:schemeClr val="tx1"/>
                </a:solidFill>
                <a:latin typeface="Rajdhani"/>
                <a:cs typeface="Rajdhani"/>
              </a:rPr>
              <a:t>Vorteile</a:t>
            </a:r>
            <a:endParaRPr sz="2400" b="1" dirty="0">
              <a:solidFill>
                <a:schemeClr val="tx1"/>
              </a:solidFill>
              <a:latin typeface="Rajdhani"/>
              <a:cs typeface="Rajdhani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B49C11B3-B53A-8656-C47E-19770A2D7051}"/>
              </a:ext>
            </a:extLst>
          </p:cNvPr>
          <p:cNvSpPr/>
          <p:nvPr/>
        </p:nvSpPr>
        <p:spPr>
          <a:xfrm>
            <a:off x="8755038" y="88287"/>
            <a:ext cx="580030" cy="47767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600" b="1" dirty="0">
              <a:solidFill>
                <a:schemeClr val="tx1"/>
              </a:solidFill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439A2BA1-6302-8335-67C3-5D312A23643D}"/>
              </a:ext>
            </a:extLst>
          </p:cNvPr>
          <p:cNvSpPr/>
          <p:nvPr/>
        </p:nvSpPr>
        <p:spPr>
          <a:xfrm>
            <a:off x="8853985" y="0"/>
            <a:ext cx="580030" cy="477672"/>
          </a:xfrm>
          <a:prstGeom prst="rect">
            <a:avLst/>
          </a:prstGeom>
          <a:solidFill>
            <a:srgbClr val="CCFF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tx1"/>
                </a:solidFill>
                <a:latin typeface="Rajdhani" panose="020B0604020202020204" charset="0"/>
                <a:cs typeface="Rajdhani" panose="020B0604020202020204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119918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C6A0C-E5EC-1939-C953-56BC4BF7E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68;p14">
            <a:extLst>
              <a:ext uri="{FF2B5EF4-FFF2-40B4-BE49-F238E27FC236}">
                <a16:creationId xmlns:a16="http://schemas.microsoft.com/office/drawing/2014/main" id="{9D23BBB0-8C8A-D569-C61A-BBD2C191FBC4}"/>
              </a:ext>
            </a:extLst>
          </p:cNvPr>
          <p:cNvSpPr txBox="1"/>
          <p:nvPr/>
        </p:nvSpPr>
        <p:spPr>
          <a:xfrm>
            <a:off x="930606" y="634969"/>
            <a:ext cx="16426787" cy="1249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3000"/>
              </a:lnSpc>
            </a:pPr>
            <a:r>
              <a:rPr lang="de-DE" sz="6600" dirty="0">
                <a:solidFill>
                  <a:srgbClr val="CCFFA4"/>
                </a:solidFill>
                <a:latin typeface="Rajdhani"/>
                <a:cs typeface="Rajdhani"/>
              </a:rPr>
              <a:t>Proxy / CDN-Caching</a:t>
            </a:r>
          </a:p>
        </p:txBody>
      </p:sp>
      <p:grpSp>
        <p:nvGrpSpPr>
          <p:cNvPr id="3" name="Google Shape;199;p12">
            <a:extLst>
              <a:ext uri="{FF2B5EF4-FFF2-40B4-BE49-F238E27FC236}">
                <a16:creationId xmlns:a16="http://schemas.microsoft.com/office/drawing/2014/main" id="{F2992000-0987-8A03-9D6A-6821C115BD8C}"/>
              </a:ext>
            </a:extLst>
          </p:cNvPr>
          <p:cNvGrpSpPr/>
          <p:nvPr/>
        </p:nvGrpSpPr>
        <p:grpSpPr>
          <a:xfrm>
            <a:off x="1546703" y="1884222"/>
            <a:ext cx="4320000" cy="4320000"/>
            <a:chOff x="0" y="-9525"/>
            <a:chExt cx="812800" cy="822325"/>
          </a:xfrm>
        </p:grpSpPr>
        <p:sp>
          <p:nvSpPr>
            <p:cNvPr id="4" name="Google Shape;200;p12">
              <a:extLst>
                <a:ext uri="{FF2B5EF4-FFF2-40B4-BE49-F238E27FC236}">
                  <a16:creationId xmlns:a16="http://schemas.microsoft.com/office/drawing/2014/main" id="{64941FE5-42CE-3D33-AC06-4C3337DB6D7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F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201;p12">
              <a:extLst>
                <a:ext uri="{FF2B5EF4-FFF2-40B4-BE49-F238E27FC236}">
                  <a16:creationId xmlns:a16="http://schemas.microsoft.com/office/drawing/2014/main" id="{4AA67D3D-FDF5-1FA8-CF3F-1573145F95F2}"/>
                </a:ext>
              </a:extLst>
            </p:cNvPr>
            <p:cNvSpPr txBox="1"/>
            <p:nvPr/>
          </p:nvSpPr>
          <p:spPr>
            <a:xfrm>
              <a:off x="84667" y="-9525"/>
              <a:ext cx="728133" cy="746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" name="Google Shape;199;p12">
            <a:extLst>
              <a:ext uri="{FF2B5EF4-FFF2-40B4-BE49-F238E27FC236}">
                <a16:creationId xmlns:a16="http://schemas.microsoft.com/office/drawing/2014/main" id="{3114B7A7-FD22-E650-A70E-0D584D0C7809}"/>
              </a:ext>
            </a:extLst>
          </p:cNvPr>
          <p:cNvGrpSpPr/>
          <p:nvPr/>
        </p:nvGrpSpPr>
        <p:grpSpPr>
          <a:xfrm>
            <a:off x="4542870" y="5769814"/>
            <a:ext cx="4320000" cy="4320000"/>
            <a:chOff x="0" y="-9525"/>
            <a:chExt cx="812800" cy="822325"/>
          </a:xfrm>
        </p:grpSpPr>
        <p:sp>
          <p:nvSpPr>
            <p:cNvPr id="19" name="Google Shape;200;p12">
              <a:extLst>
                <a:ext uri="{FF2B5EF4-FFF2-40B4-BE49-F238E27FC236}">
                  <a16:creationId xmlns:a16="http://schemas.microsoft.com/office/drawing/2014/main" id="{936C7D8D-F03E-C82C-2FBF-29571774E2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3D2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" name="Google Shape;201;p12">
              <a:extLst>
                <a:ext uri="{FF2B5EF4-FFF2-40B4-BE49-F238E27FC236}">
                  <a16:creationId xmlns:a16="http://schemas.microsoft.com/office/drawing/2014/main" id="{931BC3FB-9E11-FCA2-F0E4-58657B96BE30}"/>
                </a:ext>
              </a:extLst>
            </p:cNvPr>
            <p:cNvSpPr txBox="1"/>
            <p:nvPr/>
          </p:nvSpPr>
          <p:spPr>
            <a:xfrm>
              <a:off x="84667" y="-9525"/>
              <a:ext cx="728133" cy="746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" name="Google Shape;199;p12">
            <a:extLst>
              <a:ext uri="{FF2B5EF4-FFF2-40B4-BE49-F238E27FC236}">
                <a16:creationId xmlns:a16="http://schemas.microsoft.com/office/drawing/2014/main" id="{95E0AEFC-9888-7F48-4B0E-17517E80557E}"/>
              </a:ext>
            </a:extLst>
          </p:cNvPr>
          <p:cNvGrpSpPr/>
          <p:nvPr/>
        </p:nvGrpSpPr>
        <p:grpSpPr>
          <a:xfrm>
            <a:off x="9567521" y="5769814"/>
            <a:ext cx="4320000" cy="4320000"/>
            <a:chOff x="0" y="-9525"/>
            <a:chExt cx="812800" cy="822325"/>
          </a:xfrm>
        </p:grpSpPr>
        <p:sp>
          <p:nvSpPr>
            <p:cNvPr id="31" name="Google Shape;200;p12">
              <a:extLst>
                <a:ext uri="{FF2B5EF4-FFF2-40B4-BE49-F238E27FC236}">
                  <a16:creationId xmlns:a16="http://schemas.microsoft.com/office/drawing/2014/main" id="{C28F45A3-0FC2-C06E-A8BD-D69D93D64BE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3D2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01;p12">
              <a:extLst>
                <a:ext uri="{FF2B5EF4-FFF2-40B4-BE49-F238E27FC236}">
                  <a16:creationId xmlns:a16="http://schemas.microsoft.com/office/drawing/2014/main" id="{C932F98D-29C3-B462-2F8E-E910CE4C9B29}"/>
                </a:ext>
              </a:extLst>
            </p:cNvPr>
            <p:cNvSpPr txBox="1"/>
            <p:nvPr/>
          </p:nvSpPr>
          <p:spPr>
            <a:xfrm>
              <a:off x="84667" y="-9525"/>
              <a:ext cx="728133" cy="746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" name="Textfeld 32">
            <a:extLst>
              <a:ext uri="{FF2B5EF4-FFF2-40B4-BE49-F238E27FC236}">
                <a16:creationId xmlns:a16="http://schemas.microsoft.com/office/drawing/2014/main" id="{967AB1D4-A2E6-C74C-72F4-89477B765C0E}"/>
              </a:ext>
            </a:extLst>
          </p:cNvPr>
          <p:cNvSpPr txBox="1"/>
          <p:nvPr/>
        </p:nvSpPr>
        <p:spPr>
          <a:xfrm>
            <a:off x="9873255" y="7800944"/>
            <a:ext cx="370853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de-DE" sz="2000" dirty="0">
                <a:solidFill>
                  <a:schemeClr val="tx1"/>
                </a:solidFill>
                <a:latin typeface="Rajdhani"/>
                <a:cs typeface="Rajdhani"/>
              </a:rPr>
              <a:t>CDN- und Cache-Regeln (TTL, Cache Keys, Invalidation)</a:t>
            </a:r>
            <a:endParaRPr lang="de-DE" altLang="de-DE" sz="2000" dirty="0">
              <a:solidFill>
                <a:schemeClr val="tx1"/>
              </a:solidFill>
              <a:latin typeface="Rajdhani"/>
              <a:cs typeface="Rajdhani"/>
            </a:endParaRPr>
          </a:p>
        </p:txBody>
      </p:sp>
      <p:grpSp>
        <p:nvGrpSpPr>
          <p:cNvPr id="34" name="Google Shape;199;p12">
            <a:extLst>
              <a:ext uri="{FF2B5EF4-FFF2-40B4-BE49-F238E27FC236}">
                <a16:creationId xmlns:a16="http://schemas.microsoft.com/office/drawing/2014/main" id="{34136700-3A47-6140-C4C5-1BE843344939}"/>
              </a:ext>
            </a:extLst>
          </p:cNvPr>
          <p:cNvGrpSpPr/>
          <p:nvPr/>
        </p:nvGrpSpPr>
        <p:grpSpPr>
          <a:xfrm>
            <a:off x="12595547" y="1934261"/>
            <a:ext cx="4320000" cy="4320000"/>
            <a:chOff x="0" y="-9525"/>
            <a:chExt cx="812800" cy="822325"/>
          </a:xfrm>
        </p:grpSpPr>
        <p:sp>
          <p:nvSpPr>
            <p:cNvPr id="35" name="Google Shape;200;p12">
              <a:extLst>
                <a:ext uri="{FF2B5EF4-FFF2-40B4-BE49-F238E27FC236}">
                  <a16:creationId xmlns:a16="http://schemas.microsoft.com/office/drawing/2014/main" id="{FF0FA23C-FA40-4674-0AE4-1FB54D152FB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F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01;p12">
              <a:extLst>
                <a:ext uri="{FF2B5EF4-FFF2-40B4-BE49-F238E27FC236}">
                  <a16:creationId xmlns:a16="http://schemas.microsoft.com/office/drawing/2014/main" id="{24216D6A-EAE2-4546-CBD1-71F2A4B0E979}"/>
                </a:ext>
              </a:extLst>
            </p:cNvPr>
            <p:cNvSpPr txBox="1"/>
            <p:nvPr/>
          </p:nvSpPr>
          <p:spPr>
            <a:xfrm>
              <a:off x="84667" y="-9525"/>
              <a:ext cx="728133" cy="746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" name="Google Shape;206;p12">
            <a:extLst>
              <a:ext uri="{FF2B5EF4-FFF2-40B4-BE49-F238E27FC236}">
                <a16:creationId xmlns:a16="http://schemas.microsoft.com/office/drawing/2014/main" id="{B27DA115-CFFD-8E9E-BCBA-E939DDE8644F}"/>
              </a:ext>
            </a:extLst>
          </p:cNvPr>
          <p:cNvSpPr txBox="1"/>
          <p:nvPr/>
        </p:nvSpPr>
        <p:spPr>
          <a:xfrm>
            <a:off x="2161313" y="3448169"/>
            <a:ext cx="2846309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0"/>
              </a:lnSpc>
            </a:pPr>
            <a:r>
              <a:rPr lang="de-DE" sz="2000" dirty="0">
                <a:solidFill>
                  <a:schemeClr val="tx1"/>
                </a:solidFill>
                <a:latin typeface="Rajdhani"/>
                <a:cs typeface="Rajdhani"/>
              </a:rPr>
              <a:t>Geografisch verteilte Edge-Server eines CDN-Anbieters</a:t>
            </a:r>
            <a:endParaRPr sz="2000" dirty="0">
              <a:solidFill>
                <a:schemeClr val="tx1"/>
              </a:solidFill>
              <a:latin typeface="Rajdhani"/>
              <a:cs typeface="Rajdhani"/>
            </a:endParaRPr>
          </a:p>
        </p:txBody>
      </p:sp>
      <p:sp>
        <p:nvSpPr>
          <p:cNvPr id="39" name="Google Shape;208;p12">
            <a:extLst>
              <a:ext uri="{FF2B5EF4-FFF2-40B4-BE49-F238E27FC236}">
                <a16:creationId xmlns:a16="http://schemas.microsoft.com/office/drawing/2014/main" id="{49596232-9256-6DC7-554B-4C28E6E6F7AF}"/>
              </a:ext>
            </a:extLst>
          </p:cNvPr>
          <p:cNvSpPr txBox="1"/>
          <p:nvPr/>
        </p:nvSpPr>
        <p:spPr>
          <a:xfrm>
            <a:off x="2572520" y="2706401"/>
            <a:ext cx="2023896" cy="60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63024"/>
              </a:lnSpc>
            </a:pPr>
            <a:r>
              <a:rPr lang="de-DE" sz="2400" b="1" dirty="0">
                <a:solidFill>
                  <a:schemeClr val="tx1"/>
                </a:solidFill>
                <a:latin typeface="Rajdhani"/>
                <a:cs typeface="Rajdhani"/>
              </a:rPr>
              <a:t>Speicherort</a:t>
            </a:r>
            <a:endParaRPr sz="2400" b="1" dirty="0">
              <a:solidFill>
                <a:schemeClr val="tx1"/>
              </a:solidFill>
              <a:latin typeface="Rajdhani"/>
              <a:cs typeface="Rajdhani"/>
            </a:endParaRPr>
          </a:p>
        </p:txBody>
      </p:sp>
      <p:sp>
        <p:nvSpPr>
          <p:cNvPr id="40" name="Google Shape;206;p12">
            <a:extLst>
              <a:ext uri="{FF2B5EF4-FFF2-40B4-BE49-F238E27FC236}">
                <a16:creationId xmlns:a16="http://schemas.microsoft.com/office/drawing/2014/main" id="{4F97D9C7-523C-D1A9-D27A-B4232EC16539}"/>
              </a:ext>
            </a:extLst>
          </p:cNvPr>
          <p:cNvSpPr txBox="1"/>
          <p:nvPr/>
        </p:nvSpPr>
        <p:spPr>
          <a:xfrm>
            <a:off x="5279715" y="7331111"/>
            <a:ext cx="2846309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de-DE" sz="2000" dirty="0">
                <a:solidFill>
                  <a:schemeClr val="tx1"/>
                </a:solidFill>
                <a:latin typeface="Rajdhani"/>
                <a:cs typeface="Rajdhani"/>
              </a:rPr>
              <a:t>Globale Auslieferung statischer oder semi-statischer Inhalte</a:t>
            </a:r>
            <a:endParaRPr lang="de-DE" altLang="de-DE" sz="2000" dirty="0">
              <a:solidFill>
                <a:schemeClr val="tx1"/>
              </a:solidFill>
              <a:latin typeface="Rajdhani"/>
              <a:cs typeface="Rajdhani"/>
            </a:endParaRPr>
          </a:p>
        </p:txBody>
      </p:sp>
      <p:sp>
        <p:nvSpPr>
          <p:cNvPr id="41" name="Google Shape;208;p12">
            <a:extLst>
              <a:ext uri="{FF2B5EF4-FFF2-40B4-BE49-F238E27FC236}">
                <a16:creationId xmlns:a16="http://schemas.microsoft.com/office/drawing/2014/main" id="{7E62A479-03AA-8322-9CCC-D4304D1121E2}"/>
              </a:ext>
            </a:extLst>
          </p:cNvPr>
          <p:cNvSpPr txBox="1"/>
          <p:nvPr/>
        </p:nvSpPr>
        <p:spPr>
          <a:xfrm>
            <a:off x="5576414" y="6558884"/>
            <a:ext cx="2435102" cy="60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63024"/>
              </a:lnSpc>
            </a:pPr>
            <a:r>
              <a:rPr lang="de-DE" altLang="de-DE" sz="2400" b="1" dirty="0">
                <a:solidFill>
                  <a:schemeClr val="tx1"/>
                </a:solidFill>
                <a:latin typeface="Rajdhani"/>
                <a:cs typeface="Rajdhani"/>
              </a:rPr>
              <a:t>Anwendungsfall</a:t>
            </a:r>
            <a:endParaRPr sz="2400" b="1" dirty="0">
              <a:solidFill>
                <a:schemeClr val="tx1"/>
              </a:solidFill>
              <a:latin typeface="Rajdhani"/>
              <a:cs typeface="Rajdhani"/>
            </a:endParaRPr>
          </a:p>
        </p:txBody>
      </p:sp>
      <p:sp>
        <p:nvSpPr>
          <p:cNvPr id="42" name="Google Shape;208;p12">
            <a:extLst>
              <a:ext uri="{FF2B5EF4-FFF2-40B4-BE49-F238E27FC236}">
                <a16:creationId xmlns:a16="http://schemas.microsoft.com/office/drawing/2014/main" id="{FF59D310-480E-1C73-79AC-B07E15671713}"/>
              </a:ext>
            </a:extLst>
          </p:cNvPr>
          <p:cNvSpPr txBox="1"/>
          <p:nvPr/>
        </p:nvSpPr>
        <p:spPr>
          <a:xfrm>
            <a:off x="10509970" y="6642783"/>
            <a:ext cx="2435102" cy="60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63024"/>
              </a:lnSpc>
            </a:pPr>
            <a:r>
              <a:rPr lang="de-DE" altLang="de-DE" sz="2400" b="1" dirty="0">
                <a:solidFill>
                  <a:schemeClr val="tx1"/>
                </a:solidFill>
                <a:latin typeface="Rajdhani"/>
                <a:cs typeface="Rajdhani"/>
              </a:rPr>
              <a:t>Steuerung</a:t>
            </a:r>
            <a:endParaRPr sz="2400" b="1" dirty="0">
              <a:solidFill>
                <a:schemeClr val="tx1"/>
              </a:solidFill>
              <a:latin typeface="Rajdhani"/>
              <a:cs typeface="Rajdhani"/>
            </a:endParaRP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6926B960-8F71-DECD-E6E4-CA07A165A589}"/>
              </a:ext>
            </a:extLst>
          </p:cNvPr>
          <p:cNvSpPr txBox="1"/>
          <p:nvPr/>
        </p:nvSpPr>
        <p:spPr>
          <a:xfrm>
            <a:off x="13032765" y="3709506"/>
            <a:ext cx="370853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chemeClr val="tx1"/>
                </a:solidFill>
                <a:latin typeface="Rajdhani"/>
                <a:cs typeface="Rajdhani"/>
              </a:rPr>
              <a:t>Reduzierte Netzwerklatenz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chemeClr val="tx1"/>
                </a:solidFill>
                <a:latin typeface="Rajdhani"/>
                <a:cs typeface="Rajdhani"/>
              </a:rPr>
              <a:t>Deutliche Entlastung des Origin-Servers</a:t>
            </a:r>
            <a:endParaRPr lang="de-DE" altLang="de-DE" sz="2000" dirty="0">
              <a:solidFill>
                <a:schemeClr val="tx1"/>
              </a:solidFill>
              <a:latin typeface="Rajdhani"/>
              <a:cs typeface="Rajdhani"/>
            </a:endParaRPr>
          </a:p>
        </p:txBody>
      </p:sp>
      <p:sp>
        <p:nvSpPr>
          <p:cNvPr id="48" name="Google Shape;208;p12">
            <a:extLst>
              <a:ext uri="{FF2B5EF4-FFF2-40B4-BE49-F238E27FC236}">
                <a16:creationId xmlns:a16="http://schemas.microsoft.com/office/drawing/2014/main" id="{3807B27A-8E38-7BE8-D018-B2EC9D6C374C}"/>
              </a:ext>
            </a:extLst>
          </p:cNvPr>
          <p:cNvSpPr txBox="1"/>
          <p:nvPr/>
        </p:nvSpPr>
        <p:spPr>
          <a:xfrm>
            <a:off x="13669480" y="2551345"/>
            <a:ext cx="2435102" cy="60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63024"/>
              </a:lnSpc>
            </a:pPr>
            <a:r>
              <a:rPr lang="de-DE" altLang="de-DE" sz="2400" b="1" dirty="0">
                <a:solidFill>
                  <a:schemeClr val="tx1"/>
                </a:solidFill>
                <a:latin typeface="Rajdhani"/>
                <a:cs typeface="Rajdhani"/>
              </a:rPr>
              <a:t>Vorteile</a:t>
            </a:r>
            <a:endParaRPr sz="2400" b="1" dirty="0">
              <a:solidFill>
                <a:schemeClr val="tx1"/>
              </a:solidFill>
              <a:latin typeface="Rajdhani"/>
              <a:cs typeface="Rajdhani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1C761002-B625-BDFD-A1E9-3FE8701FFB52}"/>
              </a:ext>
            </a:extLst>
          </p:cNvPr>
          <p:cNvSpPr/>
          <p:nvPr/>
        </p:nvSpPr>
        <p:spPr>
          <a:xfrm>
            <a:off x="8755038" y="88287"/>
            <a:ext cx="580030" cy="47767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600" b="1" dirty="0">
              <a:solidFill>
                <a:schemeClr val="tx1"/>
              </a:solidFill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37815544-F7AE-3182-8F24-9310C469EA5C}"/>
              </a:ext>
            </a:extLst>
          </p:cNvPr>
          <p:cNvSpPr/>
          <p:nvPr/>
        </p:nvSpPr>
        <p:spPr>
          <a:xfrm>
            <a:off x="8853985" y="0"/>
            <a:ext cx="580030" cy="477672"/>
          </a:xfrm>
          <a:prstGeom prst="rect">
            <a:avLst/>
          </a:prstGeom>
          <a:solidFill>
            <a:srgbClr val="CCFF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tx1"/>
                </a:solidFill>
                <a:latin typeface="Rajdhani" panose="020B0604020202020204" charset="0"/>
                <a:cs typeface="Rajdhani" panose="020B0604020202020204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869026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752B4-581E-B5F5-049F-132751951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68;p14">
            <a:extLst>
              <a:ext uri="{FF2B5EF4-FFF2-40B4-BE49-F238E27FC236}">
                <a16:creationId xmlns:a16="http://schemas.microsoft.com/office/drawing/2014/main" id="{546CC47C-6102-95C0-00BC-E43F947A8903}"/>
              </a:ext>
            </a:extLst>
          </p:cNvPr>
          <p:cNvSpPr txBox="1"/>
          <p:nvPr/>
        </p:nvSpPr>
        <p:spPr>
          <a:xfrm>
            <a:off x="930606" y="634969"/>
            <a:ext cx="16426787" cy="1249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3000"/>
              </a:lnSpc>
            </a:pPr>
            <a:r>
              <a:rPr lang="de-DE" sz="6600" dirty="0">
                <a:solidFill>
                  <a:srgbClr val="CCFFA4"/>
                </a:solidFill>
                <a:latin typeface="Rajdhani"/>
                <a:cs typeface="Rajdhani"/>
              </a:rPr>
              <a:t>Server-seitiges Caching</a:t>
            </a:r>
          </a:p>
        </p:txBody>
      </p:sp>
      <p:grpSp>
        <p:nvGrpSpPr>
          <p:cNvPr id="3" name="Google Shape;199;p12">
            <a:extLst>
              <a:ext uri="{FF2B5EF4-FFF2-40B4-BE49-F238E27FC236}">
                <a16:creationId xmlns:a16="http://schemas.microsoft.com/office/drawing/2014/main" id="{AB791342-9A86-AB3B-B519-686A60432642}"/>
              </a:ext>
            </a:extLst>
          </p:cNvPr>
          <p:cNvGrpSpPr/>
          <p:nvPr/>
        </p:nvGrpSpPr>
        <p:grpSpPr>
          <a:xfrm>
            <a:off x="1546703" y="1884222"/>
            <a:ext cx="4320000" cy="4320000"/>
            <a:chOff x="0" y="-9525"/>
            <a:chExt cx="812800" cy="822325"/>
          </a:xfrm>
        </p:grpSpPr>
        <p:sp>
          <p:nvSpPr>
            <p:cNvPr id="4" name="Google Shape;200;p12">
              <a:extLst>
                <a:ext uri="{FF2B5EF4-FFF2-40B4-BE49-F238E27FC236}">
                  <a16:creationId xmlns:a16="http://schemas.microsoft.com/office/drawing/2014/main" id="{858EC6B9-7AD2-01CE-D758-7794A2BCB95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F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201;p12">
              <a:extLst>
                <a:ext uri="{FF2B5EF4-FFF2-40B4-BE49-F238E27FC236}">
                  <a16:creationId xmlns:a16="http://schemas.microsoft.com/office/drawing/2014/main" id="{628CE7CE-0595-54C8-EE3F-0F359D1D6378}"/>
                </a:ext>
              </a:extLst>
            </p:cNvPr>
            <p:cNvSpPr txBox="1"/>
            <p:nvPr/>
          </p:nvSpPr>
          <p:spPr>
            <a:xfrm>
              <a:off x="84667" y="-9525"/>
              <a:ext cx="728133" cy="746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" name="Google Shape;199;p12">
            <a:extLst>
              <a:ext uri="{FF2B5EF4-FFF2-40B4-BE49-F238E27FC236}">
                <a16:creationId xmlns:a16="http://schemas.microsoft.com/office/drawing/2014/main" id="{180834A4-7EDF-63AB-8CC2-43D08BBB66CA}"/>
              </a:ext>
            </a:extLst>
          </p:cNvPr>
          <p:cNvGrpSpPr/>
          <p:nvPr/>
        </p:nvGrpSpPr>
        <p:grpSpPr>
          <a:xfrm>
            <a:off x="4542870" y="5769814"/>
            <a:ext cx="4320000" cy="4320000"/>
            <a:chOff x="0" y="-9525"/>
            <a:chExt cx="812800" cy="822325"/>
          </a:xfrm>
        </p:grpSpPr>
        <p:sp>
          <p:nvSpPr>
            <p:cNvPr id="19" name="Google Shape;200;p12">
              <a:extLst>
                <a:ext uri="{FF2B5EF4-FFF2-40B4-BE49-F238E27FC236}">
                  <a16:creationId xmlns:a16="http://schemas.microsoft.com/office/drawing/2014/main" id="{67E730B3-33A0-DB3A-3276-EC1A5DB0431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3D2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" name="Google Shape;201;p12">
              <a:extLst>
                <a:ext uri="{FF2B5EF4-FFF2-40B4-BE49-F238E27FC236}">
                  <a16:creationId xmlns:a16="http://schemas.microsoft.com/office/drawing/2014/main" id="{AE9E40E2-D49E-CAE4-CD28-E77D2AB5CA27}"/>
                </a:ext>
              </a:extLst>
            </p:cNvPr>
            <p:cNvSpPr txBox="1"/>
            <p:nvPr/>
          </p:nvSpPr>
          <p:spPr>
            <a:xfrm>
              <a:off x="84667" y="-9525"/>
              <a:ext cx="728133" cy="746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" name="Google Shape;199;p12">
            <a:extLst>
              <a:ext uri="{FF2B5EF4-FFF2-40B4-BE49-F238E27FC236}">
                <a16:creationId xmlns:a16="http://schemas.microsoft.com/office/drawing/2014/main" id="{7F7A9D93-48B6-C83B-7B4C-39F4AF695855}"/>
              </a:ext>
            </a:extLst>
          </p:cNvPr>
          <p:cNvGrpSpPr/>
          <p:nvPr/>
        </p:nvGrpSpPr>
        <p:grpSpPr>
          <a:xfrm>
            <a:off x="9567521" y="5769814"/>
            <a:ext cx="4320000" cy="4320000"/>
            <a:chOff x="0" y="-9525"/>
            <a:chExt cx="812800" cy="822325"/>
          </a:xfrm>
        </p:grpSpPr>
        <p:sp>
          <p:nvSpPr>
            <p:cNvPr id="31" name="Google Shape;200;p12">
              <a:extLst>
                <a:ext uri="{FF2B5EF4-FFF2-40B4-BE49-F238E27FC236}">
                  <a16:creationId xmlns:a16="http://schemas.microsoft.com/office/drawing/2014/main" id="{EEB1178A-48E4-F782-456B-559B9666AFD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3D2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01;p12">
              <a:extLst>
                <a:ext uri="{FF2B5EF4-FFF2-40B4-BE49-F238E27FC236}">
                  <a16:creationId xmlns:a16="http://schemas.microsoft.com/office/drawing/2014/main" id="{D1FBE35E-8BFD-E80F-D110-725A7133A293}"/>
                </a:ext>
              </a:extLst>
            </p:cNvPr>
            <p:cNvSpPr txBox="1"/>
            <p:nvPr/>
          </p:nvSpPr>
          <p:spPr>
            <a:xfrm>
              <a:off x="84667" y="-9525"/>
              <a:ext cx="728133" cy="746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" name="Textfeld 32">
            <a:extLst>
              <a:ext uri="{FF2B5EF4-FFF2-40B4-BE49-F238E27FC236}">
                <a16:creationId xmlns:a16="http://schemas.microsoft.com/office/drawing/2014/main" id="{EB9BD216-937B-F116-4807-405FE21E7364}"/>
              </a:ext>
            </a:extLst>
          </p:cNvPr>
          <p:cNvSpPr txBox="1"/>
          <p:nvPr/>
        </p:nvSpPr>
        <p:spPr>
          <a:xfrm>
            <a:off x="9873255" y="7800944"/>
            <a:ext cx="370853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de-DE" sz="2000" dirty="0">
                <a:solidFill>
                  <a:schemeClr val="tx1"/>
                </a:solidFill>
                <a:latin typeface="Rajdhani"/>
                <a:cs typeface="Rajdhani"/>
              </a:rPr>
              <a:t>Direkte Kontrolle durch die Anwendungslogik</a:t>
            </a:r>
            <a:br>
              <a:rPr lang="de-DE" sz="2000" dirty="0">
                <a:solidFill>
                  <a:schemeClr val="tx1"/>
                </a:solidFill>
                <a:latin typeface="Rajdhani"/>
                <a:cs typeface="Rajdhani"/>
              </a:rPr>
            </a:br>
            <a:r>
              <a:rPr lang="de-DE" sz="2000" dirty="0">
                <a:solidFill>
                  <a:schemeClr val="tx1"/>
                </a:solidFill>
                <a:latin typeface="Rajdhani"/>
                <a:cs typeface="Rajdhani"/>
              </a:rPr>
              <a:t>(TTL, explizite </a:t>
            </a:r>
            <a:r>
              <a:rPr lang="de-DE" sz="2000" dirty="0" err="1">
                <a:solidFill>
                  <a:schemeClr val="tx1"/>
                </a:solidFill>
                <a:latin typeface="Rajdhani"/>
                <a:cs typeface="Rajdhani"/>
              </a:rPr>
              <a:t>Invalidierung</a:t>
            </a:r>
            <a:r>
              <a:rPr lang="de-DE" sz="2000" dirty="0">
                <a:solidFill>
                  <a:schemeClr val="tx1"/>
                </a:solidFill>
                <a:latin typeface="Rajdhani"/>
                <a:cs typeface="Rajdhani"/>
              </a:rPr>
              <a:t>)</a:t>
            </a:r>
            <a:endParaRPr lang="de-DE" altLang="de-DE" sz="2000" dirty="0">
              <a:solidFill>
                <a:schemeClr val="tx1"/>
              </a:solidFill>
              <a:latin typeface="Rajdhani"/>
              <a:cs typeface="Rajdhani"/>
            </a:endParaRPr>
          </a:p>
        </p:txBody>
      </p:sp>
      <p:grpSp>
        <p:nvGrpSpPr>
          <p:cNvPr id="34" name="Google Shape;199;p12">
            <a:extLst>
              <a:ext uri="{FF2B5EF4-FFF2-40B4-BE49-F238E27FC236}">
                <a16:creationId xmlns:a16="http://schemas.microsoft.com/office/drawing/2014/main" id="{79A6082B-D191-7F9F-0779-43DD5C9CAFA9}"/>
              </a:ext>
            </a:extLst>
          </p:cNvPr>
          <p:cNvGrpSpPr/>
          <p:nvPr/>
        </p:nvGrpSpPr>
        <p:grpSpPr>
          <a:xfrm>
            <a:off x="12595547" y="1934261"/>
            <a:ext cx="4320000" cy="4320000"/>
            <a:chOff x="0" y="-9525"/>
            <a:chExt cx="812800" cy="822325"/>
          </a:xfrm>
        </p:grpSpPr>
        <p:sp>
          <p:nvSpPr>
            <p:cNvPr id="35" name="Google Shape;200;p12">
              <a:extLst>
                <a:ext uri="{FF2B5EF4-FFF2-40B4-BE49-F238E27FC236}">
                  <a16:creationId xmlns:a16="http://schemas.microsoft.com/office/drawing/2014/main" id="{DA5BDBB7-032F-E214-D6E9-9BF8E9A061F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F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01;p12">
              <a:extLst>
                <a:ext uri="{FF2B5EF4-FFF2-40B4-BE49-F238E27FC236}">
                  <a16:creationId xmlns:a16="http://schemas.microsoft.com/office/drawing/2014/main" id="{33960B73-A998-644B-81C6-0C68F4D68117}"/>
                </a:ext>
              </a:extLst>
            </p:cNvPr>
            <p:cNvSpPr txBox="1"/>
            <p:nvPr/>
          </p:nvSpPr>
          <p:spPr>
            <a:xfrm>
              <a:off x="84667" y="-9525"/>
              <a:ext cx="728133" cy="746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" name="Google Shape;206;p12">
            <a:extLst>
              <a:ext uri="{FF2B5EF4-FFF2-40B4-BE49-F238E27FC236}">
                <a16:creationId xmlns:a16="http://schemas.microsoft.com/office/drawing/2014/main" id="{91B81D96-CC3C-F8FE-E619-C32880E7B491}"/>
              </a:ext>
            </a:extLst>
          </p:cNvPr>
          <p:cNvSpPr txBox="1"/>
          <p:nvPr/>
        </p:nvSpPr>
        <p:spPr>
          <a:xfrm>
            <a:off x="2161313" y="3448169"/>
            <a:ext cx="2846309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0"/>
              </a:lnSpc>
            </a:pPr>
            <a:r>
              <a:rPr lang="de-DE" sz="2000" dirty="0">
                <a:solidFill>
                  <a:schemeClr val="tx1"/>
                </a:solidFill>
                <a:latin typeface="Rajdhani"/>
                <a:cs typeface="Rajdhani"/>
              </a:rPr>
              <a:t>Arbeitsspeicher von Applikationsservern oder In-Memory-Stores</a:t>
            </a:r>
            <a:br>
              <a:rPr lang="de-DE" sz="2000" dirty="0">
                <a:solidFill>
                  <a:schemeClr val="tx1"/>
                </a:solidFill>
                <a:latin typeface="Rajdhani"/>
                <a:cs typeface="Rajdhani"/>
              </a:rPr>
            </a:br>
            <a:r>
              <a:rPr lang="de-DE" sz="2000" dirty="0">
                <a:solidFill>
                  <a:schemeClr val="tx1"/>
                </a:solidFill>
                <a:latin typeface="Rajdhani"/>
                <a:cs typeface="Rajdhani"/>
              </a:rPr>
              <a:t>(z. B. </a:t>
            </a:r>
            <a:r>
              <a:rPr lang="de-DE" sz="2000" dirty="0" err="1">
                <a:solidFill>
                  <a:schemeClr val="tx1"/>
                </a:solidFill>
                <a:latin typeface="Rajdhani"/>
                <a:cs typeface="Rajdhani"/>
              </a:rPr>
              <a:t>Redis</a:t>
            </a:r>
            <a:r>
              <a:rPr lang="de-DE" sz="2000" dirty="0">
                <a:solidFill>
                  <a:schemeClr val="tx1"/>
                </a:solidFill>
                <a:latin typeface="Rajdhani"/>
                <a:cs typeface="Rajdhani"/>
              </a:rPr>
              <a:t>, </a:t>
            </a:r>
            <a:r>
              <a:rPr lang="de-DE" sz="2000" dirty="0" err="1">
                <a:solidFill>
                  <a:schemeClr val="tx1"/>
                </a:solidFill>
                <a:latin typeface="Rajdhani"/>
                <a:cs typeface="Rajdhani"/>
              </a:rPr>
              <a:t>Memcached</a:t>
            </a:r>
            <a:r>
              <a:rPr lang="de-DE" sz="2000" dirty="0">
                <a:solidFill>
                  <a:schemeClr val="tx1"/>
                </a:solidFill>
                <a:latin typeface="Rajdhani"/>
                <a:cs typeface="Rajdhani"/>
              </a:rPr>
              <a:t>)</a:t>
            </a:r>
            <a:endParaRPr sz="2000" dirty="0">
              <a:solidFill>
                <a:schemeClr val="tx1"/>
              </a:solidFill>
              <a:latin typeface="Rajdhani"/>
              <a:cs typeface="Rajdhani"/>
            </a:endParaRPr>
          </a:p>
        </p:txBody>
      </p:sp>
      <p:sp>
        <p:nvSpPr>
          <p:cNvPr id="39" name="Google Shape;208;p12">
            <a:extLst>
              <a:ext uri="{FF2B5EF4-FFF2-40B4-BE49-F238E27FC236}">
                <a16:creationId xmlns:a16="http://schemas.microsoft.com/office/drawing/2014/main" id="{6B7751EC-1285-0B88-9E7A-B3A098DDD398}"/>
              </a:ext>
            </a:extLst>
          </p:cNvPr>
          <p:cNvSpPr txBox="1"/>
          <p:nvPr/>
        </p:nvSpPr>
        <p:spPr>
          <a:xfrm>
            <a:off x="2572520" y="2706401"/>
            <a:ext cx="2023896" cy="60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63024"/>
              </a:lnSpc>
            </a:pPr>
            <a:r>
              <a:rPr lang="de-DE" sz="2400" b="1" dirty="0">
                <a:solidFill>
                  <a:schemeClr val="tx1"/>
                </a:solidFill>
                <a:latin typeface="Rajdhani"/>
                <a:cs typeface="Rajdhani"/>
              </a:rPr>
              <a:t>Speicherort</a:t>
            </a:r>
            <a:endParaRPr sz="2400" b="1" dirty="0">
              <a:solidFill>
                <a:schemeClr val="tx1"/>
              </a:solidFill>
              <a:latin typeface="Rajdhani"/>
              <a:cs typeface="Rajdhani"/>
            </a:endParaRPr>
          </a:p>
        </p:txBody>
      </p:sp>
      <p:sp>
        <p:nvSpPr>
          <p:cNvPr id="40" name="Google Shape;206;p12">
            <a:extLst>
              <a:ext uri="{FF2B5EF4-FFF2-40B4-BE49-F238E27FC236}">
                <a16:creationId xmlns:a16="http://schemas.microsoft.com/office/drawing/2014/main" id="{81FDE5EB-96B4-B1E2-13F0-1209927ECFFD}"/>
              </a:ext>
            </a:extLst>
          </p:cNvPr>
          <p:cNvSpPr txBox="1"/>
          <p:nvPr/>
        </p:nvSpPr>
        <p:spPr>
          <a:xfrm>
            <a:off x="5279715" y="7331111"/>
            <a:ext cx="2846309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de-DE" sz="2000" dirty="0">
                <a:solidFill>
                  <a:schemeClr val="tx1"/>
                </a:solidFill>
                <a:latin typeface="Rajdhani"/>
                <a:cs typeface="Rajdhani"/>
              </a:rPr>
              <a:t>Zwischenspeicherung komplexer oder häufig ausgeführter Berechnungen</a:t>
            </a:r>
            <a:br>
              <a:rPr lang="de-DE" sz="2000" dirty="0">
                <a:solidFill>
                  <a:schemeClr val="tx1"/>
                </a:solidFill>
                <a:latin typeface="Rajdhani"/>
                <a:cs typeface="Rajdhani"/>
              </a:rPr>
            </a:br>
            <a:r>
              <a:rPr lang="de-DE" sz="2000" dirty="0">
                <a:solidFill>
                  <a:schemeClr val="tx1"/>
                </a:solidFill>
                <a:latin typeface="Rajdhani"/>
                <a:cs typeface="Rajdhani"/>
              </a:rPr>
              <a:t>(z. B. Datenbankabfragen, gerenderte Templates)</a:t>
            </a:r>
            <a:endParaRPr lang="de-DE" altLang="de-DE" sz="2000" dirty="0">
              <a:solidFill>
                <a:schemeClr val="tx1"/>
              </a:solidFill>
              <a:latin typeface="Rajdhani"/>
              <a:cs typeface="Rajdhani"/>
            </a:endParaRPr>
          </a:p>
        </p:txBody>
      </p:sp>
      <p:sp>
        <p:nvSpPr>
          <p:cNvPr id="41" name="Google Shape;208;p12">
            <a:extLst>
              <a:ext uri="{FF2B5EF4-FFF2-40B4-BE49-F238E27FC236}">
                <a16:creationId xmlns:a16="http://schemas.microsoft.com/office/drawing/2014/main" id="{D91A5888-4A24-77E3-92B3-61ACAB14A361}"/>
              </a:ext>
            </a:extLst>
          </p:cNvPr>
          <p:cNvSpPr txBox="1"/>
          <p:nvPr/>
        </p:nvSpPr>
        <p:spPr>
          <a:xfrm>
            <a:off x="5576414" y="6558884"/>
            <a:ext cx="2435102" cy="60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63024"/>
              </a:lnSpc>
            </a:pPr>
            <a:r>
              <a:rPr lang="de-DE" altLang="de-DE" sz="2400" b="1" dirty="0">
                <a:solidFill>
                  <a:schemeClr val="tx1"/>
                </a:solidFill>
                <a:latin typeface="Rajdhani"/>
                <a:cs typeface="Rajdhani"/>
              </a:rPr>
              <a:t>Anwendungsfall</a:t>
            </a:r>
            <a:endParaRPr sz="2400" b="1" dirty="0">
              <a:solidFill>
                <a:schemeClr val="tx1"/>
              </a:solidFill>
              <a:latin typeface="Rajdhani"/>
              <a:cs typeface="Rajdhani"/>
            </a:endParaRPr>
          </a:p>
        </p:txBody>
      </p:sp>
      <p:sp>
        <p:nvSpPr>
          <p:cNvPr id="42" name="Google Shape;208;p12">
            <a:extLst>
              <a:ext uri="{FF2B5EF4-FFF2-40B4-BE49-F238E27FC236}">
                <a16:creationId xmlns:a16="http://schemas.microsoft.com/office/drawing/2014/main" id="{504CAE76-ACA1-F5FF-A79C-E4CC31EF0CC0}"/>
              </a:ext>
            </a:extLst>
          </p:cNvPr>
          <p:cNvSpPr txBox="1"/>
          <p:nvPr/>
        </p:nvSpPr>
        <p:spPr>
          <a:xfrm>
            <a:off x="10509970" y="6642783"/>
            <a:ext cx="2435102" cy="60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63024"/>
              </a:lnSpc>
            </a:pPr>
            <a:r>
              <a:rPr lang="de-DE" altLang="de-DE" sz="2400" b="1" dirty="0">
                <a:solidFill>
                  <a:schemeClr val="tx1"/>
                </a:solidFill>
                <a:latin typeface="Rajdhani"/>
                <a:cs typeface="Rajdhani"/>
              </a:rPr>
              <a:t>Steuerung</a:t>
            </a:r>
            <a:endParaRPr sz="2400" b="1" dirty="0">
              <a:solidFill>
                <a:schemeClr val="tx1"/>
              </a:solidFill>
              <a:latin typeface="Rajdhani"/>
              <a:cs typeface="Rajdhani"/>
            </a:endParaRP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F01A91AA-6041-B651-F838-75C411C61C78}"/>
              </a:ext>
            </a:extLst>
          </p:cNvPr>
          <p:cNvSpPr txBox="1"/>
          <p:nvPr/>
        </p:nvSpPr>
        <p:spPr>
          <a:xfrm>
            <a:off x="13032765" y="3709506"/>
            <a:ext cx="370853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ctr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chemeClr val="tx1"/>
                </a:solidFill>
                <a:latin typeface="Rajdhani"/>
                <a:cs typeface="Rajdhani"/>
              </a:rPr>
              <a:t>Maximale Kontrolle</a:t>
            </a:r>
          </a:p>
          <a:p>
            <a:pPr marL="342900" indent="-342900" algn="ctr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chemeClr val="tx1"/>
                </a:solidFill>
                <a:latin typeface="Rajdhani"/>
                <a:cs typeface="Rajdhani"/>
              </a:rPr>
              <a:t>Hohe Performance </a:t>
            </a:r>
          </a:p>
          <a:p>
            <a:pPr marL="342900" indent="-342900" algn="ctr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chemeClr val="tx1"/>
                </a:solidFill>
                <a:latin typeface="Rajdhani"/>
                <a:cs typeface="Rajdhani"/>
              </a:rPr>
              <a:t>Gezielte Aktualisierung möglich</a:t>
            </a:r>
            <a:endParaRPr lang="de-DE" altLang="de-DE" sz="2000" dirty="0">
              <a:solidFill>
                <a:schemeClr val="tx1"/>
              </a:solidFill>
              <a:latin typeface="Rajdhani"/>
              <a:cs typeface="Rajdhani"/>
            </a:endParaRPr>
          </a:p>
        </p:txBody>
      </p:sp>
      <p:sp>
        <p:nvSpPr>
          <p:cNvPr id="48" name="Google Shape;208;p12">
            <a:extLst>
              <a:ext uri="{FF2B5EF4-FFF2-40B4-BE49-F238E27FC236}">
                <a16:creationId xmlns:a16="http://schemas.microsoft.com/office/drawing/2014/main" id="{72C83E84-68B3-FF72-68EF-CE283D299062}"/>
              </a:ext>
            </a:extLst>
          </p:cNvPr>
          <p:cNvSpPr txBox="1"/>
          <p:nvPr/>
        </p:nvSpPr>
        <p:spPr>
          <a:xfrm>
            <a:off x="13669480" y="2551345"/>
            <a:ext cx="2435102" cy="60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63024"/>
              </a:lnSpc>
            </a:pPr>
            <a:r>
              <a:rPr lang="de-DE" altLang="de-DE" sz="2400" b="1" dirty="0">
                <a:solidFill>
                  <a:schemeClr val="tx1"/>
                </a:solidFill>
                <a:latin typeface="Rajdhani"/>
                <a:cs typeface="Rajdhani"/>
              </a:rPr>
              <a:t>Vorteile</a:t>
            </a:r>
            <a:endParaRPr sz="2400" b="1" dirty="0">
              <a:solidFill>
                <a:schemeClr val="tx1"/>
              </a:solidFill>
              <a:latin typeface="Rajdhani"/>
              <a:cs typeface="Rajdhani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127F4471-DB26-0D2F-8BA2-F9FC3E0CBE15}"/>
              </a:ext>
            </a:extLst>
          </p:cNvPr>
          <p:cNvSpPr/>
          <p:nvPr/>
        </p:nvSpPr>
        <p:spPr>
          <a:xfrm>
            <a:off x="8755038" y="88287"/>
            <a:ext cx="580030" cy="47767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600" b="1" dirty="0">
              <a:solidFill>
                <a:schemeClr val="tx1"/>
              </a:solidFill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D7C8B832-CEA6-0FED-3B27-81E8E01169C5}"/>
              </a:ext>
            </a:extLst>
          </p:cNvPr>
          <p:cNvSpPr/>
          <p:nvPr/>
        </p:nvSpPr>
        <p:spPr>
          <a:xfrm>
            <a:off x="8853985" y="0"/>
            <a:ext cx="580030" cy="477672"/>
          </a:xfrm>
          <a:prstGeom prst="rect">
            <a:avLst/>
          </a:prstGeom>
          <a:solidFill>
            <a:srgbClr val="CCFF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tx1"/>
                </a:solidFill>
                <a:latin typeface="Rajdhani" panose="020B0604020202020204" charset="0"/>
                <a:cs typeface="Rajdhani" panose="020B0604020202020204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588358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24D"/>
        </a:solidFill>
        <a:effectLst/>
      </p:bgPr>
    </p:bg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1" name="Google Shape;57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12788" y="8190272"/>
            <a:ext cx="3087490" cy="20967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1" name="Google Shape;581;p22"/>
          <p:cNvGrpSpPr/>
          <p:nvPr/>
        </p:nvGrpSpPr>
        <p:grpSpPr>
          <a:xfrm>
            <a:off x="15807202" y="7459982"/>
            <a:ext cx="2593076" cy="644012"/>
            <a:chOff x="0" y="-85725"/>
            <a:chExt cx="1170835" cy="492125"/>
          </a:xfrm>
        </p:grpSpPr>
        <p:sp>
          <p:nvSpPr>
            <p:cNvPr id="582" name="Google Shape;582;p22"/>
            <p:cNvSpPr/>
            <p:nvPr/>
          </p:nvSpPr>
          <p:spPr>
            <a:xfrm>
              <a:off x="0" y="0"/>
              <a:ext cx="1170835" cy="406400"/>
            </a:xfrm>
            <a:custGeom>
              <a:avLst/>
              <a:gdLst/>
              <a:ahLst/>
              <a:cxnLst/>
              <a:rect l="l" t="t" r="r" b="b"/>
              <a:pathLst>
                <a:path w="1170835" h="406400" extrusionOk="0">
                  <a:moveTo>
                    <a:pt x="967635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967635" y="406400"/>
                  </a:lnTo>
                  <a:lnTo>
                    <a:pt x="1170835" y="203200"/>
                  </a:lnTo>
                  <a:lnTo>
                    <a:pt x="96763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CCFFA4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583" name="Google Shape;583;p22"/>
            <p:cNvSpPr txBox="1"/>
            <p:nvPr/>
          </p:nvSpPr>
          <p:spPr>
            <a:xfrm>
              <a:off x="0" y="-85725"/>
              <a:ext cx="1056535" cy="492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3" name="Google Shape;593;p22"/>
          <p:cNvGrpSpPr/>
          <p:nvPr/>
        </p:nvGrpSpPr>
        <p:grpSpPr>
          <a:xfrm>
            <a:off x="17388308" y="7590831"/>
            <a:ext cx="682389" cy="513163"/>
            <a:chOff x="0" y="0"/>
            <a:chExt cx="812800" cy="812800"/>
          </a:xfrm>
        </p:grpSpPr>
        <p:sp>
          <p:nvSpPr>
            <p:cNvPr id="594" name="Google Shape;594;p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CCFFA4"/>
            </a:solidFill>
            <a:ln>
              <a:noFill/>
            </a:ln>
          </p:spPr>
        </p:sp>
        <p:sp>
          <p:nvSpPr>
            <p:cNvPr id="595" name="Google Shape;595;p22"/>
            <p:cNvSpPr txBox="1"/>
            <p:nvPr/>
          </p:nvSpPr>
          <p:spPr>
            <a:xfrm>
              <a:off x="139700" y="53975"/>
              <a:ext cx="533400" cy="619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9" name="Google Shape;599;p22"/>
          <p:cNvSpPr/>
          <p:nvPr/>
        </p:nvSpPr>
        <p:spPr>
          <a:xfrm>
            <a:off x="17505594" y="7712085"/>
            <a:ext cx="424331" cy="270654"/>
          </a:xfrm>
          <a:custGeom>
            <a:avLst/>
            <a:gdLst/>
            <a:ahLst/>
            <a:cxnLst/>
            <a:rect l="l" t="t" r="r" b="b"/>
            <a:pathLst>
              <a:path w="668250" h="455625" extrusionOk="0">
                <a:moveTo>
                  <a:pt x="0" y="0"/>
                </a:moveTo>
                <a:lnTo>
                  <a:pt x="668250" y="0"/>
                </a:lnTo>
                <a:lnTo>
                  <a:pt x="668250" y="455626"/>
                </a:lnTo>
                <a:lnTo>
                  <a:pt x="0" y="4556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de-DE" dirty="0"/>
          </a:p>
        </p:txBody>
      </p:sp>
      <p:sp>
        <p:nvSpPr>
          <p:cNvPr id="604" name="Google Shape;604;p22"/>
          <p:cNvSpPr txBox="1"/>
          <p:nvPr/>
        </p:nvSpPr>
        <p:spPr>
          <a:xfrm>
            <a:off x="1028700" y="634969"/>
            <a:ext cx="9191006" cy="1249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dirty="0" err="1">
                <a:solidFill>
                  <a:srgbClr val="CCFFA4"/>
                </a:solidFill>
                <a:latin typeface="Rajdhani"/>
                <a:cs typeface="Rajdhani"/>
                <a:sym typeface="Rajdhani"/>
              </a:rPr>
              <a:t>Vergleich</a:t>
            </a:r>
            <a:endParaRPr sz="6600" dirty="0">
              <a:solidFill>
                <a:srgbClr val="CCFFA4"/>
              </a:solidFill>
              <a:latin typeface="Rajdhani"/>
              <a:cs typeface="Rajdhani"/>
            </a:endParaRP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75AEA469-1D8D-776B-D3B0-9A00C664B8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9482942"/>
              </p:ext>
            </p:extLst>
          </p:nvPr>
        </p:nvGraphicFramePr>
        <p:xfrm>
          <a:off x="875645" y="2719738"/>
          <a:ext cx="14184000" cy="7218896"/>
        </p:xfrm>
        <a:graphic>
          <a:graphicData uri="http://schemas.openxmlformats.org/drawingml/2006/table">
            <a:tbl>
              <a:tblPr/>
              <a:tblGrid>
                <a:gridCol w="3546000">
                  <a:extLst>
                    <a:ext uri="{9D8B030D-6E8A-4147-A177-3AD203B41FA5}">
                      <a16:colId xmlns:a16="http://schemas.microsoft.com/office/drawing/2014/main" val="2549432190"/>
                    </a:ext>
                  </a:extLst>
                </a:gridCol>
                <a:gridCol w="3546000">
                  <a:extLst>
                    <a:ext uri="{9D8B030D-6E8A-4147-A177-3AD203B41FA5}">
                      <a16:colId xmlns:a16="http://schemas.microsoft.com/office/drawing/2014/main" val="1126572450"/>
                    </a:ext>
                  </a:extLst>
                </a:gridCol>
                <a:gridCol w="3546000">
                  <a:extLst>
                    <a:ext uri="{9D8B030D-6E8A-4147-A177-3AD203B41FA5}">
                      <a16:colId xmlns:a16="http://schemas.microsoft.com/office/drawing/2014/main" val="3913198193"/>
                    </a:ext>
                  </a:extLst>
                </a:gridCol>
                <a:gridCol w="3546000">
                  <a:extLst>
                    <a:ext uri="{9D8B030D-6E8A-4147-A177-3AD203B41FA5}">
                      <a16:colId xmlns:a16="http://schemas.microsoft.com/office/drawing/2014/main" val="2636325952"/>
                    </a:ext>
                  </a:extLst>
                </a:gridCol>
              </a:tblGrid>
              <a:tr h="4499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2400" b="0" i="0" u="none" strike="noStrike" cap="none" dirty="0">
                          <a:solidFill>
                            <a:srgbClr val="43D29F"/>
                          </a:solidFill>
                          <a:latin typeface="Rajdhani"/>
                          <a:cs typeface="Rajdhani"/>
                          <a:sym typeface="Arial"/>
                        </a:rPr>
                        <a:t>Kriterium</a:t>
                      </a:r>
                    </a:p>
                  </a:txBody>
                  <a:tcPr marL="79403" marR="79403" marT="39701" marB="397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400" b="0" i="0" u="none" strike="noStrike" cap="none">
                          <a:solidFill>
                            <a:srgbClr val="43D29F"/>
                          </a:solidFill>
                          <a:latin typeface="Rajdhani"/>
                          <a:cs typeface="Rajdhani"/>
                          <a:sym typeface="Arial"/>
                        </a:rPr>
                        <a:t>Client-seitiges Caching (Browser)</a:t>
                      </a:r>
                    </a:p>
                  </a:txBody>
                  <a:tcPr marL="79403" marR="79403" marT="39701" marB="397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400" b="0" i="0" u="none" strike="noStrike" cap="none" dirty="0">
                          <a:solidFill>
                            <a:srgbClr val="43D29F"/>
                          </a:solidFill>
                          <a:latin typeface="Rajdhani"/>
                          <a:cs typeface="Rajdhani"/>
                          <a:sym typeface="Arial"/>
                        </a:rPr>
                        <a:t>Proxy / CDN-Caching</a:t>
                      </a:r>
                    </a:p>
                  </a:txBody>
                  <a:tcPr marL="79403" marR="79403" marT="39701" marB="397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400" b="0" i="0" u="none" strike="noStrike" cap="none" dirty="0">
                          <a:solidFill>
                            <a:srgbClr val="43D29F"/>
                          </a:solidFill>
                          <a:latin typeface="Rajdhani"/>
                          <a:cs typeface="Rajdhani"/>
                          <a:sym typeface="Arial"/>
                        </a:rPr>
                        <a:t>Server-seitiges Caching</a:t>
                      </a:r>
                    </a:p>
                  </a:txBody>
                  <a:tcPr marL="79403" marR="79403" marT="39701" marB="397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4958750"/>
                  </a:ext>
                </a:extLst>
              </a:tr>
              <a:tr h="63522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2400" b="0" i="0" u="none" strike="noStrike" cap="none">
                          <a:solidFill>
                            <a:srgbClr val="43D29F"/>
                          </a:solidFill>
                          <a:latin typeface="Rajdhani"/>
                          <a:cs typeface="Rajdhani"/>
                          <a:sym typeface="Arial"/>
                        </a:rPr>
                        <a:t>Speicherort</a:t>
                      </a:r>
                    </a:p>
                  </a:txBody>
                  <a:tcPr marL="79403" marR="79403" marT="39701" marB="397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400" b="0" i="0" u="none" strike="noStrike" cap="none">
                          <a:solidFill>
                            <a:schemeClr val="tx2"/>
                          </a:solidFill>
                          <a:latin typeface="Rajdhani"/>
                          <a:cs typeface="Rajdhani"/>
                          <a:sym typeface="Arial"/>
                        </a:rPr>
                        <a:t>Lokal auf dem Endgerät des Nutzers</a:t>
                      </a:r>
                    </a:p>
                  </a:txBody>
                  <a:tcPr marL="79403" marR="79403" marT="39701" marB="397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400" b="0" i="0" u="none" strike="noStrike" cap="none" dirty="0">
                          <a:solidFill>
                            <a:schemeClr val="tx2"/>
                          </a:solidFill>
                          <a:latin typeface="Rajdhani"/>
                          <a:cs typeface="Rajdhani"/>
                          <a:sym typeface="Arial"/>
                        </a:rPr>
                        <a:t>Geografisch verteilte Edge-Server</a:t>
                      </a:r>
                    </a:p>
                  </a:txBody>
                  <a:tcPr marL="79403" marR="79403" marT="39701" marB="397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400" b="0" i="0" u="none" strike="noStrike" cap="none" dirty="0">
                          <a:solidFill>
                            <a:schemeClr val="tx2"/>
                          </a:solidFill>
                          <a:latin typeface="Rajdhani"/>
                          <a:cs typeface="Rajdhani"/>
                          <a:sym typeface="Arial"/>
                        </a:rPr>
                        <a:t>Arbeitsspeicher von Applikationsservern oder In-Memory Stores</a:t>
                      </a:r>
                    </a:p>
                  </a:txBody>
                  <a:tcPr marL="79403" marR="79403" marT="39701" marB="397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416898"/>
                  </a:ext>
                </a:extLst>
              </a:tr>
              <a:tr h="8204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2400" b="0" i="0" u="none" strike="noStrike" cap="none">
                          <a:solidFill>
                            <a:srgbClr val="43D29F"/>
                          </a:solidFill>
                          <a:latin typeface="Rajdhani"/>
                          <a:cs typeface="Rajdhani"/>
                          <a:sym typeface="Arial"/>
                        </a:rPr>
                        <a:t>Zweck</a:t>
                      </a:r>
                    </a:p>
                  </a:txBody>
                  <a:tcPr marL="79403" marR="79403" marT="39701" marB="397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400" b="0" i="0" u="none" strike="noStrike" cap="none">
                          <a:solidFill>
                            <a:schemeClr val="tx2"/>
                          </a:solidFill>
                          <a:latin typeface="Rajdhani"/>
                          <a:cs typeface="Rajdhani"/>
                          <a:sym typeface="Arial"/>
                        </a:rPr>
                        <a:t>Zwischenspeicherung statischer Ressourcen (CSS, JS, Bilder, Fonts)</a:t>
                      </a:r>
                    </a:p>
                  </a:txBody>
                  <a:tcPr marL="79403" marR="79403" marT="39701" marB="397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400" b="0" i="0" u="none" strike="noStrike" cap="none" dirty="0">
                          <a:solidFill>
                            <a:schemeClr val="tx2"/>
                          </a:solidFill>
                          <a:latin typeface="Rajdhani"/>
                          <a:cs typeface="Rajdhani"/>
                          <a:sym typeface="Arial"/>
                        </a:rPr>
                        <a:t>Globale Auslieferung statischer oder semi-statischer Inhalte</a:t>
                      </a:r>
                    </a:p>
                  </a:txBody>
                  <a:tcPr marL="79403" marR="79403" marT="39701" marB="397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400" b="0" i="0" u="none" strike="noStrike" cap="none" dirty="0">
                          <a:solidFill>
                            <a:schemeClr val="tx2"/>
                          </a:solidFill>
                          <a:latin typeface="Rajdhani"/>
                          <a:cs typeface="Rajdhani"/>
                          <a:sym typeface="Arial"/>
                        </a:rPr>
                        <a:t>Zwischenspeicherung komplexer oder häufiger Berechnungen</a:t>
                      </a:r>
                    </a:p>
                  </a:txBody>
                  <a:tcPr marL="79403" marR="79403" marT="39701" marB="397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1617921"/>
                  </a:ext>
                </a:extLst>
              </a:tr>
              <a:tr h="63522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2400" b="0" i="0" u="none" strike="noStrike" cap="none">
                          <a:solidFill>
                            <a:srgbClr val="43D29F"/>
                          </a:solidFill>
                          <a:latin typeface="Rajdhani"/>
                          <a:cs typeface="Rajdhani"/>
                          <a:sym typeface="Arial"/>
                        </a:rPr>
                        <a:t>Typische Inhalte</a:t>
                      </a:r>
                    </a:p>
                  </a:txBody>
                  <a:tcPr marL="79403" marR="79403" marT="39701" marB="397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400" b="0" i="0" u="none" strike="noStrike" cap="none">
                          <a:solidFill>
                            <a:schemeClr val="tx2"/>
                          </a:solidFill>
                          <a:latin typeface="Rajdhani"/>
                          <a:cs typeface="Rajdhani"/>
                          <a:sym typeface="Arial"/>
                        </a:rPr>
                        <a:t>Frontend-Ressourcen, UI-Dateien</a:t>
                      </a:r>
                    </a:p>
                  </a:txBody>
                  <a:tcPr marL="79403" marR="79403" marT="39701" marB="397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400" b="0" i="0" u="none" strike="noStrike" cap="none">
                          <a:solidFill>
                            <a:schemeClr val="tx2"/>
                          </a:solidFill>
                          <a:latin typeface="Rajdhani"/>
                          <a:cs typeface="Rajdhani"/>
                          <a:sym typeface="Arial"/>
                        </a:rPr>
                        <a:t>Medien, Downloads, öffentliche Inhalte</a:t>
                      </a:r>
                    </a:p>
                  </a:txBody>
                  <a:tcPr marL="79403" marR="79403" marT="39701" marB="397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400" b="0" i="0" u="none" strike="noStrike" cap="none">
                          <a:solidFill>
                            <a:schemeClr val="tx2"/>
                          </a:solidFill>
                          <a:latin typeface="Rajdhani"/>
                          <a:cs typeface="Rajdhani"/>
                          <a:sym typeface="Arial"/>
                        </a:rPr>
                        <a:t>Datenbankabfragen, Berechnungsergebnisse</a:t>
                      </a:r>
                    </a:p>
                  </a:txBody>
                  <a:tcPr marL="79403" marR="79403" marT="39701" marB="397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6634930"/>
                  </a:ext>
                </a:extLst>
              </a:tr>
              <a:tr h="8204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2400" b="0" i="0" u="none" strike="noStrike" cap="none">
                          <a:solidFill>
                            <a:srgbClr val="43D29F"/>
                          </a:solidFill>
                          <a:latin typeface="Rajdhani"/>
                          <a:cs typeface="Rajdhani"/>
                          <a:sym typeface="Arial"/>
                        </a:rPr>
                        <a:t>Vorteil</a:t>
                      </a:r>
                    </a:p>
                  </a:txBody>
                  <a:tcPr marL="79403" marR="79403" marT="39701" marB="397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400" b="0" i="0" u="none" strike="noStrike" cap="none">
                          <a:solidFill>
                            <a:schemeClr val="tx2"/>
                          </a:solidFill>
                          <a:latin typeface="Rajdhani"/>
                          <a:cs typeface="Rajdhani"/>
                          <a:sym typeface="Arial"/>
                        </a:rPr>
                        <a:t>Sehr schnelle Ladezeiten, keine Serveranfrage nötig</a:t>
                      </a:r>
                    </a:p>
                  </a:txBody>
                  <a:tcPr marL="79403" marR="79403" marT="39701" marB="397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400" b="0" i="0" u="none" strike="noStrike" cap="none" dirty="0">
                          <a:solidFill>
                            <a:schemeClr val="tx2"/>
                          </a:solidFill>
                          <a:latin typeface="Rajdhani"/>
                          <a:cs typeface="Rajdhani"/>
                          <a:sym typeface="Arial"/>
                        </a:rPr>
                        <a:t>Reduzierte Netzwerklatenz, Entlastung des Origin-Servers</a:t>
                      </a:r>
                    </a:p>
                  </a:txBody>
                  <a:tcPr marL="79403" marR="79403" marT="39701" marB="397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400" b="0" i="0" u="none" strike="noStrike" cap="none">
                          <a:solidFill>
                            <a:schemeClr val="tx2"/>
                          </a:solidFill>
                          <a:latin typeface="Rajdhani"/>
                          <a:cs typeface="Rajdhani"/>
                          <a:sym typeface="Arial"/>
                        </a:rPr>
                        <a:t>Maximale Kontrolle, gezielte Invalidierung möglich</a:t>
                      </a:r>
                    </a:p>
                  </a:txBody>
                  <a:tcPr marL="79403" marR="79403" marT="39701" marB="397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7286316"/>
                  </a:ext>
                </a:extLst>
              </a:tr>
              <a:tr h="4499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2400" b="0" i="0" u="none" strike="noStrike" cap="none" dirty="0">
                          <a:solidFill>
                            <a:srgbClr val="43D29F"/>
                          </a:solidFill>
                          <a:latin typeface="Rajdhani"/>
                          <a:cs typeface="Rajdhani"/>
                          <a:sym typeface="Arial"/>
                        </a:rPr>
                        <a:t>Kontrolle</a:t>
                      </a:r>
                    </a:p>
                  </a:txBody>
                  <a:tcPr marL="79403" marR="79403" marT="39701" marB="397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400" b="0" i="0" u="none" strike="noStrike" cap="none">
                          <a:solidFill>
                            <a:schemeClr val="tx2"/>
                          </a:solidFill>
                          <a:latin typeface="Rajdhani"/>
                          <a:cs typeface="Rajdhani"/>
                          <a:sym typeface="Arial"/>
                        </a:rPr>
                        <a:t>Gering (über HTTP-Header)</a:t>
                      </a:r>
                    </a:p>
                  </a:txBody>
                  <a:tcPr marL="79403" marR="79403" marT="39701" marB="397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400" b="0" i="0" u="none" strike="noStrike" cap="none">
                          <a:solidFill>
                            <a:schemeClr val="tx2"/>
                          </a:solidFill>
                          <a:latin typeface="Rajdhani"/>
                          <a:cs typeface="Rajdhani"/>
                          <a:sym typeface="Arial"/>
                        </a:rPr>
                        <a:t>Mittel (über CDN-Konfiguration)</a:t>
                      </a:r>
                    </a:p>
                  </a:txBody>
                  <a:tcPr marL="79403" marR="79403" marT="39701" marB="397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400" b="0" i="0" u="none" strike="noStrike" cap="none">
                          <a:solidFill>
                            <a:schemeClr val="tx2"/>
                          </a:solidFill>
                          <a:latin typeface="Rajdhani"/>
                          <a:cs typeface="Rajdhani"/>
                          <a:sym typeface="Arial"/>
                        </a:rPr>
                        <a:t>Hoch (direkt in der Anwendungslogik)</a:t>
                      </a:r>
                    </a:p>
                  </a:txBody>
                  <a:tcPr marL="79403" marR="79403" marT="39701" marB="397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9358117"/>
                  </a:ext>
                </a:extLst>
              </a:tr>
              <a:tr h="26467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2400" b="0" i="0" u="none" strike="noStrike" cap="none">
                          <a:solidFill>
                            <a:srgbClr val="43D29F"/>
                          </a:solidFill>
                          <a:latin typeface="Rajdhani"/>
                          <a:cs typeface="Rajdhani"/>
                          <a:sym typeface="Arial"/>
                        </a:rPr>
                        <a:t>Nähe zum Nutzer</a:t>
                      </a:r>
                    </a:p>
                  </a:txBody>
                  <a:tcPr marL="79403" marR="79403" marT="39701" marB="397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400" b="0" i="0" u="none" strike="noStrike" cap="none">
                          <a:solidFill>
                            <a:schemeClr val="tx2"/>
                          </a:solidFill>
                          <a:latin typeface="Rajdhani"/>
                          <a:cs typeface="Rajdhani"/>
                          <a:sym typeface="Arial"/>
                        </a:rPr>
                        <a:t>Sehr hoch</a:t>
                      </a:r>
                    </a:p>
                  </a:txBody>
                  <a:tcPr marL="79403" marR="79403" marT="39701" marB="397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400" b="0" i="0" u="none" strike="noStrike" cap="none">
                          <a:solidFill>
                            <a:schemeClr val="tx2"/>
                          </a:solidFill>
                          <a:latin typeface="Rajdhani"/>
                          <a:cs typeface="Rajdhani"/>
                          <a:sym typeface="Arial"/>
                        </a:rPr>
                        <a:t>Hoch</a:t>
                      </a:r>
                    </a:p>
                  </a:txBody>
                  <a:tcPr marL="79403" marR="79403" marT="39701" marB="397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400" b="0" i="0" u="none" strike="noStrike" cap="none" dirty="0">
                          <a:solidFill>
                            <a:schemeClr val="tx2"/>
                          </a:solidFill>
                          <a:latin typeface="Rajdhani"/>
                          <a:cs typeface="Rajdhani"/>
                          <a:sym typeface="Arial"/>
                        </a:rPr>
                        <a:t>Gering</a:t>
                      </a:r>
                    </a:p>
                  </a:txBody>
                  <a:tcPr marL="79403" marR="79403" marT="39701" marB="397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4870433"/>
                  </a:ext>
                </a:extLst>
              </a:tr>
              <a:tr h="4499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2400" b="0" i="0" u="none" strike="noStrike" cap="none" dirty="0">
                          <a:solidFill>
                            <a:srgbClr val="43D29F"/>
                          </a:solidFill>
                          <a:latin typeface="Rajdhani"/>
                          <a:cs typeface="Rajdhani"/>
                          <a:sym typeface="Arial"/>
                        </a:rPr>
                        <a:t>Risiko bei Fehlkonfiguration</a:t>
                      </a:r>
                    </a:p>
                  </a:txBody>
                  <a:tcPr marL="79403" marR="79403" marT="39701" marB="397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400" b="0" i="0" u="none" strike="noStrike" cap="none">
                          <a:solidFill>
                            <a:schemeClr val="tx2"/>
                          </a:solidFill>
                          <a:latin typeface="Rajdhani"/>
                          <a:cs typeface="Rajdhani"/>
                          <a:sym typeface="Arial"/>
                        </a:rPr>
                        <a:t>Veraltete Inhalte (Stale Data)</a:t>
                      </a:r>
                    </a:p>
                  </a:txBody>
                  <a:tcPr marL="79403" marR="79403" marT="39701" marB="397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400" b="0" i="0" u="none" strike="noStrike" cap="none">
                          <a:solidFill>
                            <a:schemeClr val="tx2"/>
                          </a:solidFill>
                          <a:latin typeface="Rajdhani"/>
                          <a:cs typeface="Rajdhani"/>
                          <a:sym typeface="Arial"/>
                        </a:rPr>
                        <a:t>Datenschutzprobleme (Data Leakage)</a:t>
                      </a:r>
                    </a:p>
                  </a:txBody>
                  <a:tcPr marL="79403" marR="79403" marT="39701" marB="397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400" b="0" i="0" u="none" strike="noStrike" cap="none" dirty="0">
                          <a:solidFill>
                            <a:schemeClr val="tx2"/>
                          </a:solidFill>
                          <a:latin typeface="Rajdhani"/>
                          <a:cs typeface="Rajdhani"/>
                          <a:sym typeface="Arial"/>
                        </a:rPr>
                        <a:t>Inkonsistente Daten</a:t>
                      </a:r>
                    </a:p>
                  </a:txBody>
                  <a:tcPr marL="79403" marR="79403" marT="39701" marB="397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62867"/>
                  </a:ext>
                </a:extLst>
              </a:tr>
            </a:tbl>
          </a:graphicData>
        </a:graphic>
      </p:graphicFrame>
      <p:sp>
        <p:nvSpPr>
          <p:cNvPr id="2" name="Rechteck 1">
            <a:extLst>
              <a:ext uri="{FF2B5EF4-FFF2-40B4-BE49-F238E27FC236}">
                <a16:creationId xmlns:a16="http://schemas.microsoft.com/office/drawing/2014/main" id="{A0C05E9A-2512-5101-1A71-909E72011F8A}"/>
              </a:ext>
            </a:extLst>
          </p:cNvPr>
          <p:cNvSpPr/>
          <p:nvPr/>
        </p:nvSpPr>
        <p:spPr>
          <a:xfrm>
            <a:off x="8755038" y="88287"/>
            <a:ext cx="580030" cy="47767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600" b="1" dirty="0">
              <a:solidFill>
                <a:schemeClr val="tx1"/>
              </a:solidFill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08AB1794-12CE-65E3-0698-99FCC24BD5A7}"/>
              </a:ext>
            </a:extLst>
          </p:cNvPr>
          <p:cNvSpPr/>
          <p:nvPr/>
        </p:nvSpPr>
        <p:spPr>
          <a:xfrm>
            <a:off x="8853985" y="0"/>
            <a:ext cx="580030" cy="477672"/>
          </a:xfrm>
          <a:prstGeom prst="rect">
            <a:avLst/>
          </a:prstGeom>
          <a:solidFill>
            <a:srgbClr val="CCFF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tx1"/>
                </a:solidFill>
                <a:latin typeface="Rajdhani" panose="020B0604020202020204" charset="0"/>
                <a:cs typeface="Rajdhani" panose="020B0604020202020204" charset="0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D29F"/>
        </a:solidFill>
        <a:effectLst/>
      </p:bgPr>
    </p:bg>
    <p:spTree>
      <p:nvGrpSpPr>
        <p:cNvPr id="1" name="Shape 506">
          <a:extLst>
            <a:ext uri="{FF2B5EF4-FFF2-40B4-BE49-F238E27FC236}">
              <a16:creationId xmlns:a16="http://schemas.microsoft.com/office/drawing/2014/main" id="{32DAD91E-94B5-1260-7350-1CD78B249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7" name="Google Shape;507;p20">
            <a:extLst>
              <a:ext uri="{FF2B5EF4-FFF2-40B4-BE49-F238E27FC236}">
                <a16:creationId xmlns:a16="http://schemas.microsoft.com/office/drawing/2014/main" id="{87D1B1AB-169E-8613-7B18-28DCF286BEF7}"/>
              </a:ext>
            </a:extLst>
          </p:cNvPr>
          <p:cNvGrpSpPr/>
          <p:nvPr/>
        </p:nvGrpSpPr>
        <p:grpSpPr>
          <a:xfrm>
            <a:off x="0" y="1238812"/>
            <a:ext cx="18288000" cy="4879047"/>
            <a:chOff x="0" y="25400"/>
            <a:chExt cx="24384000" cy="6505396"/>
          </a:xfrm>
        </p:grpSpPr>
        <p:cxnSp>
          <p:nvCxnSpPr>
            <p:cNvPr id="508" name="Google Shape;508;p20">
              <a:extLst>
                <a:ext uri="{FF2B5EF4-FFF2-40B4-BE49-F238E27FC236}">
                  <a16:creationId xmlns:a16="http://schemas.microsoft.com/office/drawing/2014/main" id="{55EACE6C-1D9D-CCB5-C579-48DED5FD8A68}"/>
                </a:ext>
              </a:extLst>
            </p:cNvPr>
            <p:cNvCxnSpPr/>
            <p:nvPr/>
          </p:nvCxnSpPr>
          <p:spPr>
            <a:xfrm>
              <a:off x="0" y="25400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09" name="Google Shape;509;p20">
              <a:extLst>
                <a:ext uri="{FF2B5EF4-FFF2-40B4-BE49-F238E27FC236}">
                  <a16:creationId xmlns:a16="http://schemas.microsoft.com/office/drawing/2014/main" id="{ABBC6C60-2434-0292-A587-1A910B9CA2E0}"/>
                </a:ext>
              </a:extLst>
            </p:cNvPr>
            <p:cNvCxnSpPr/>
            <p:nvPr/>
          </p:nvCxnSpPr>
          <p:spPr>
            <a:xfrm>
              <a:off x="0" y="1651749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10" name="Google Shape;510;p20">
              <a:extLst>
                <a:ext uri="{FF2B5EF4-FFF2-40B4-BE49-F238E27FC236}">
                  <a16:creationId xmlns:a16="http://schemas.microsoft.com/office/drawing/2014/main" id="{0822E6A2-721B-6446-25E1-5A0CED08CEF9}"/>
                </a:ext>
              </a:extLst>
            </p:cNvPr>
            <p:cNvCxnSpPr/>
            <p:nvPr/>
          </p:nvCxnSpPr>
          <p:spPr>
            <a:xfrm>
              <a:off x="0" y="3278098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11" name="Google Shape;511;p20">
              <a:extLst>
                <a:ext uri="{FF2B5EF4-FFF2-40B4-BE49-F238E27FC236}">
                  <a16:creationId xmlns:a16="http://schemas.microsoft.com/office/drawing/2014/main" id="{58716A8D-3EF3-F912-F495-656FB6E7E05E}"/>
                </a:ext>
              </a:extLst>
            </p:cNvPr>
            <p:cNvCxnSpPr/>
            <p:nvPr/>
          </p:nvCxnSpPr>
          <p:spPr>
            <a:xfrm>
              <a:off x="0" y="4904447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12" name="Google Shape;512;p20">
              <a:extLst>
                <a:ext uri="{FF2B5EF4-FFF2-40B4-BE49-F238E27FC236}">
                  <a16:creationId xmlns:a16="http://schemas.microsoft.com/office/drawing/2014/main" id="{771E9066-8A6B-906D-D040-D9FE4366F541}"/>
                </a:ext>
              </a:extLst>
            </p:cNvPr>
            <p:cNvCxnSpPr/>
            <p:nvPr/>
          </p:nvCxnSpPr>
          <p:spPr>
            <a:xfrm>
              <a:off x="0" y="6530796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513" name="Google Shape;513;p20">
            <a:extLst>
              <a:ext uri="{FF2B5EF4-FFF2-40B4-BE49-F238E27FC236}">
                <a16:creationId xmlns:a16="http://schemas.microsoft.com/office/drawing/2014/main" id="{049248A3-1ADB-8073-00A0-4BBA1EBF9E1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9924" y="685313"/>
            <a:ext cx="11548150" cy="83628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4" name="Google Shape;514;p20">
            <a:extLst>
              <a:ext uri="{FF2B5EF4-FFF2-40B4-BE49-F238E27FC236}">
                <a16:creationId xmlns:a16="http://schemas.microsoft.com/office/drawing/2014/main" id="{D77A47A0-A525-4D89-DF49-320783BD6751}"/>
              </a:ext>
            </a:extLst>
          </p:cNvPr>
          <p:cNvGrpSpPr/>
          <p:nvPr/>
        </p:nvGrpSpPr>
        <p:grpSpPr>
          <a:xfrm>
            <a:off x="0" y="6993084"/>
            <a:ext cx="18288000" cy="3293916"/>
            <a:chOff x="0" y="-85725"/>
            <a:chExt cx="4816593" cy="867533"/>
          </a:xfrm>
        </p:grpSpPr>
        <p:sp>
          <p:nvSpPr>
            <p:cNvPr id="515" name="Google Shape;515;p20">
              <a:extLst>
                <a:ext uri="{FF2B5EF4-FFF2-40B4-BE49-F238E27FC236}">
                  <a16:creationId xmlns:a16="http://schemas.microsoft.com/office/drawing/2014/main" id="{FB03A023-F05C-FF09-B3AB-C6468B784E64}"/>
                </a:ext>
              </a:extLst>
            </p:cNvPr>
            <p:cNvSpPr/>
            <p:nvPr/>
          </p:nvSpPr>
          <p:spPr>
            <a:xfrm>
              <a:off x="0" y="0"/>
              <a:ext cx="4816592" cy="781808"/>
            </a:xfrm>
            <a:custGeom>
              <a:avLst/>
              <a:gdLst/>
              <a:ahLst/>
              <a:cxnLst/>
              <a:rect l="l" t="t" r="r" b="b"/>
              <a:pathLst>
                <a:path w="4816592" h="781808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781808"/>
                  </a:lnTo>
                  <a:lnTo>
                    <a:pt x="0" y="781808"/>
                  </a:lnTo>
                  <a:close/>
                </a:path>
              </a:pathLst>
            </a:custGeom>
            <a:solidFill>
              <a:srgbClr val="08524D"/>
            </a:solidFill>
            <a:ln>
              <a:noFill/>
            </a:ln>
          </p:spPr>
        </p:sp>
        <p:sp>
          <p:nvSpPr>
            <p:cNvPr id="516" name="Google Shape;516;p20">
              <a:extLst>
                <a:ext uri="{FF2B5EF4-FFF2-40B4-BE49-F238E27FC236}">
                  <a16:creationId xmlns:a16="http://schemas.microsoft.com/office/drawing/2014/main" id="{0D8679DD-5CAB-F55E-3BED-EFEAB12017B6}"/>
                </a:ext>
              </a:extLst>
            </p:cNvPr>
            <p:cNvSpPr txBox="1"/>
            <p:nvPr/>
          </p:nvSpPr>
          <p:spPr>
            <a:xfrm>
              <a:off x="0" y="-85725"/>
              <a:ext cx="4816593" cy="8675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7" name="Google Shape;517;p20">
            <a:extLst>
              <a:ext uri="{FF2B5EF4-FFF2-40B4-BE49-F238E27FC236}">
                <a16:creationId xmlns:a16="http://schemas.microsoft.com/office/drawing/2014/main" id="{765155A4-549A-A420-027D-8EFD7F961809}"/>
              </a:ext>
            </a:extLst>
          </p:cNvPr>
          <p:cNvSpPr txBox="1"/>
          <p:nvPr/>
        </p:nvSpPr>
        <p:spPr>
          <a:xfrm>
            <a:off x="331466" y="7340592"/>
            <a:ext cx="3230959" cy="3401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969" b="0" i="0" u="none" strike="noStrike" cap="none" dirty="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04</a:t>
            </a:r>
            <a:endParaRPr dirty="0"/>
          </a:p>
        </p:txBody>
      </p:sp>
      <p:sp>
        <p:nvSpPr>
          <p:cNvPr id="518" name="Google Shape;518;p20">
            <a:extLst>
              <a:ext uri="{FF2B5EF4-FFF2-40B4-BE49-F238E27FC236}">
                <a16:creationId xmlns:a16="http://schemas.microsoft.com/office/drawing/2014/main" id="{CF4D6542-0758-87C3-19BB-C42E6C7D0104}"/>
              </a:ext>
            </a:extLst>
          </p:cNvPr>
          <p:cNvSpPr txBox="1"/>
          <p:nvPr/>
        </p:nvSpPr>
        <p:spPr>
          <a:xfrm>
            <a:off x="3696354" y="8139637"/>
            <a:ext cx="13710135" cy="1817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23000"/>
              </a:lnSpc>
            </a:pPr>
            <a:r>
              <a:rPr lang="de-DE" sz="9600" dirty="0">
                <a:solidFill>
                  <a:srgbClr val="CCFFA4"/>
                </a:solidFill>
                <a:latin typeface="Rajdhani"/>
                <a:cs typeface="Rajdhani"/>
              </a:rPr>
              <a:t>Herausforderungen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B8BECF1C-C870-DB79-1AC9-31707750534D}"/>
              </a:ext>
            </a:extLst>
          </p:cNvPr>
          <p:cNvSpPr/>
          <p:nvPr/>
        </p:nvSpPr>
        <p:spPr>
          <a:xfrm>
            <a:off x="8755038" y="88287"/>
            <a:ext cx="580030" cy="47767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600" b="1" dirty="0">
              <a:solidFill>
                <a:schemeClr val="tx1"/>
              </a:solidFill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402E73E2-4005-761B-129C-2E2E2EFA42B1}"/>
              </a:ext>
            </a:extLst>
          </p:cNvPr>
          <p:cNvSpPr/>
          <p:nvPr/>
        </p:nvSpPr>
        <p:spPr>
          <a:xfrm>
            <a:off x="8853985" y="0"/>
            <a:ext cx="580030" cy="477672"/>
          </a:xfrm>
          <a:prstGeom prst="rect">
            <a:avLst/>
          </a:prstGeom>
          <a:solidFill>
            <a:srgbClr val="CCFF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tx1"/>
                </a:solidFill>
                <a:latin typeface="Rajdhani" panose="020B0604020202020204" charset="0"/>
                <a:cs typeface="Rajdhani" panose="020B0604020202020204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3836488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852C8-A218-0461-BD67-30F16230E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68;p14">
            <a:extLst>
              <a:ext uri="{FF2B5EF4-FFF2-40B4-BE49-F238E27FC236}">
                <a16:creationId xmlns:a16="http://schemas.microsoft.com/office/drawing/2014/main" id="{8CA86ADD-1070-59B8-148B-AD51A99C06CA}"/>
              </a:ext>
            </a:extLst>
          </p:cNvPr>
          <p:cNvSpPr txBox="1"/>
          <p:nvPr/>
        </p:nvSpPr>
        <p:spPr>
          <a:xfrm>
            <a:off x="930606" y="634969"/>
            <a:ext cx="16426787" cy="1249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3000"/>
              </a:lnSpc>
            </a:pPr>
            <a:r>
              <a:rPr lang="de-DE" sz="6600" dirty="0">
                <a:solidFill>
                  <a:srgbClr val="CCFFA4"/>
                </a:solidFill>
                <a:latin typeface="Rajdhani"/>
                <a:cs typeface="Rajdhani"/>
              </a:rPr>
              <a:t>Konsistenzprobleme (</a:t>
            </a:r>
            <a:r>
              <a:rPr lang="de-DE" sz="6600" dirty="0" err="1">
                <a:solidFill>
                  <a:srgbClr val="CCFFA4"/>
                </a:solidFill>
                <a:latin typeface="Rajdhani"/>
                <a:cs typeface="Rajdhani"/>
              </a:rPr>
              <a:t>Stale</a:t>
            </a:r>
            <a:r>
              <a:rPr lang="de-DE" sz="6600" dirty="0">
                <a:solidFill>
                  <a:srgbClr val="CCFFA4"/>
                </a:solidFill>
                <a:latin typeface="Rajdhani"/>
                <a:cs typeface="Rajdhani"/>
              </a:rPr>
              <a:t> Data)</a:t>
            </a:r>
          </a:p>
        </p:txBody>
      </p:sp>
      <p:sp>
        <p:nvSpPr>
          <p:cNvPr id="7" name="Google Shape;268;p14">
            <a:extLst>
              <a:ext uri="{FF2B5EF4-FFF2-40B4-BE49-F238E27FC236}">
                <a16:creationId xmlns:a16="http://schemas.microsoft.com/office/drawing/2014/main" id="{D30535E8-B733-F285-C0C2-4C59F3642E35}"/>
              </a:ext>
            </a:extLst>
          </p:cNvPr>
          <p:cNvSpPr txBox="1"/>
          <p:nvPr/>
        </p:nvSpPr>
        <p:spPr>
          <a:xfrm>
            <a:off x="1028699" y="2466043"/>
            <a:ext cx="16426787" cy="5056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de-DE" altLang="de-DE" sz="2400" dirty="0">
                <a:solidFill>
                  <a:srgbClr val="43D29F"/>
                </a:solidFill>
                <a:latin typeface="Rajdhani"/>
                <a:cs typeface="Rajdhani"/>
              </a:rPr>
              <a:t>Problem:</a:t>
            </a:r>
            <a:br>
              <a:rPr lang="de-DE" altLang="de-DE" sz="2400" dirty="0">
                <a:solidFill>
                  <a:schemeClr val="tx2"/>
                </a:solidFill>
                <a:latin typeface="Rajdhani"/>
                <a:cs typeface="Rajdhani"/>
              </a:rPr>
            </a:br>
            <a:r>
              <a:rPr lang="de-DE" altLang="de-DE" sz="2400" dirty="0">
                <a:solidFill>
                  <a:schemeClr val="tx2"/>
                </a:solidFill>
                <a:latin typeface="Rajdhani"/>
                <a:cs typeface="Rajdhani"/>
              </a:rPr>
              <a:t>Der Cache liefert veraltete Daten, obwohl die Originaldaten bereits aktualisiert wurden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de-DE" altLang="de-DE" sz="2400" dirty="0">
              <a:solidFill>
                <a:schemeClr val="tx2"/>
              </a:solidFill>
              <a:latin typeface="Rajdhani"/>
              <a:cs typeface="Rajdhani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de-DE" altLang="de-DE" sz="2400" dirty="0">
                <a:solidFill>
                  <a:srgbClr val="43D29F"/>
                </a:solidFill>
                <a:latin typeface="Rajdhani"/>
                <a:cs typeface="Rajdhani"/>
              </a:rPr>
              <a:t>Ursachen: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de-DE" altLang="de-DE" sz="2400" dirty="0">
                <a:solidFill>
                  <a:schemeClr val="tx2"/>
                </a:solidFill>
                <a:latin typeface="Rajdhani"/>
                <a:cs typeface="Rajdhani"/>
              </a:rPr>
              <a:t>Zu lange Cache-Laufzeiten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de-DE" altLang="de-DE" sz="2400" dirty="0">
                <a:solidFill>
                  <a:schemeClr val="tx2"/>
                </a:solidFill>
                <a:latin typeface="Rajdhani"/>
                <a:cs typeface="Rajdhani"/>
              </a:rPr>
              <a:t>Fehlende oder falsche </a:t>
            </a:r>
            <a:r>
              <a:rPr lang="de-DE" altLang="de-DE" sz="2400" dirty="0" err="1">
                <a:solidFill>
                  <a:schemeClr val="tx2"/>
                </a:solidFill>
                <a:latin typeface="Rajdhani"/>
                <a:cs typeface="Rajdhani"/>
              </a:rPr>
              <a:t>Invalidierungsstrategie</a:t>
            </a:r>
            <a:endParaRPr lang="de-DE" altLang="de-DE" sz="2400" dirty="0">
              <a:solidFill>
                <a:schemeClr val="tx2"/>
              </a:solidFill>
              <a:latin typeface="Rajdhani"/>
              <a:cs typeface="Rajdhani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de-DE" altLang="de-DE" sz="2400" dirty="0">
              <a:solidFill>
                <a:schemeClr val="tx2"/>
              </a:solidFill>
              <a:latin typeface="Rajdhani"/>
              <a:cs typeface="Rajdhani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de-DE" altLang="de-DE" sz="2400" dirty="0">
                <a:solidFill>
                  <a:srgbClr val="43D29F"/>
                </a:solidFill>
                <a:latin typeface="Rajdhani"/>
                <a:cs typeface="Rajdhani"/>
              </a:rPr>
              <a:t>Lösungen: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de-DE" altLang="de-DE" sz="2400" dirty="0">
                <a:solidFill>
                  <a:schemeClr val="tx2"/>
                </a:solidFill>
                <a:latin typeface="Rajdhani"/>
                <a:cs typeface="Rajdhani"/>
              </a:rPr>
              <a:t>Time-to-Live (TTL): Automatische Ablaufzeit für Cache-Einträge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de-DE" altLang="de-DE" sz="2400" dirty="0">
                <a:solidFill>
                  <a:schemeClr val="tx2"/>
                </a:solidFill>
                <a:latin typeface="Rajdhani"/>
                <a:cs typeface="Rajdhani"/>
              </a:rPr>
              <a:t>Ereignisgesteuerte </a:t>
            </a:r>
            <a:r>
              <a:rPr lang="de-DE" altLang="de-DE" sz="2400" dirty="0" err="1">
                <a:solidFill>
                  <a:schemeClr val="tx2"/>
                </a:solidFill>
                <a:latin typeface="Rajdhani"/>
                <a:cs typeface="Rajdhani"/>
              </a:rPr>
              <a:t>Invalidierung</a:t>
            </a:r>
            <a:r>
              <a:rPr lang="de-DE" altLang="de-DE" sz="2400" dirty="0">
                <a:solidFill>
                  <a:schemeClr val="tx2"/>
                </a:solidFill>
                <a:latin typeface="Rajdhani"/>
                <a:cs typeface="Rajdhani"/>
              </a:rPr>
              <a:t>: Cache wird bei Datenänderungen gezielt gelöscht oder aktualisiert</a:t>
            </a:r>
          </a:p>
          <a:p>
            <a:pPr lvl="0">
              <a:lnSpc>
                <a:spcPct val="123000"/>
              </a:lnSpc>
            </a:pPr>
            <a:endParaRPr lang="de-DE" sz="2400" dirty="0">
              <a:solidFill>
                <a:schemeClr val="tx2"/>
              </a:solidFill>
              <a:latin typeface="Rajdhani"/>
              <a:cs typeface="Rajdhani"/>
            </a:endParaRPr>
          </a:p>
          <a:p>
            <a:pPr lvl="0">
              <a:lnSpc>
                <a:spcPct val="123000"/>
              </a:lnSpc>
            </a:pPr>
            <a:endParaRPr lang="de-DE" sz="2400" dirty="0">
              <a:solidFill>
                <a:schemeClr val="tx2"/>
              </a:solidFill>
              <a:latin typeface="Rajdhani"/>
              <a:cs typeface="Rajdhani"/>
            </a:endParaRPr>
          </a:p>
          <a:p>
            <a:pPr lvl="0">
              <a:lnSpc>
                <a:spcPct val="123000"/>
              </a:lnSpc>
            </a:pPr>
            <a:endParaRPr lang="de-DE" sz="2400" dirty="0">
              <a:solidFill>
                <a:schemeClr val="tx2"/>
              </a:solidFill>
              <a:latin typeface="Rajdhani"/>
              <a:cs typeface="Rajdhani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ED38FB0C-12AB-49B2-27F0-D5C9438F9635}"/>
              </a:ext>
            </a:extLst>
          </p:cNvPr>
          <p:cNvSpPr/>
          <p:nvPr/>
        </p:nvSpPr>
        <p:spPr>
          <a:xfrm>
            <a:off x="8755038" y="88287"/>
            <a:ext cx="580030" cy="47767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600" b="1" dirty="0">
              <a:solidFill>
                <a:schemeClr val="tx1"/>
              </a:solidFill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7B64A9FB-B088-08E5-6B11-CB8AE0FE7B97}"/>
              </a:ext>
            </a:extLst>
          </p:cNvPr>
          <p:cNvSpPr/>
          <p:nvPr/>
        </p:nvSpPr>
        <p:spPr>
          <a:xfrm>
            <a:off x="8853985" y="0"/>
            <a:ext cx="580030" cy="477672"/>
          </a:xfrm>
          <a:prstGeom prst="rect">
            <a:avLst/>
          </a:prstGeom>
          <a:solidFill>
            <a:srgbClr val="CCFF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tx1"/>
                </a:solidFill>
                <a:latin typeface="Rajdhani" panose="020B0604020202020204" charset="0"/>
                <a:cs typeface="Rajdhani" panose="020B0604020202020204" charset="0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7636341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2DCF7-698B-4CAC-E232-E697B1088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68;p14">
            <a:extLst>
              <a:ext uri="{FF2B5EF4-FFF2-40B4-BE49-F238E27FC236}">
                <a16:creationId xmlns:a16="http://schemas.microsoft.com/office/drawing/2014/main" id="{1F768E42-6FB5-7F0A-CAA8-DB5A3B954E82}"/>
              </a:ext>
            </a:extLst>
          </p:cNvPr>
          <p:cNvSpPr txBox="1"/>
          <p:nvPr/>
        </p:nvSpPr>
        <p:spPr>
          <a:xfrm>
            <a:off x="930606" y="634969"/>
            <a:ext cx="16426787" cy="1249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3000"/>
              </a:lnSpc>
            </a:pPr>
            <a:r>
              <a:rPr lang="de-DE" sz="6600" dirty="0">
                <a:solidFill>
                  <a:srgbClr val="CCFFA4"/>
                </a:solidFill>
                <a:latin typeface="Rajdhani"/>
                <a:cs typeface="Rajdhani"/>
              </a:rPr>
              <a:t>Datenschutz &amp; Sicherheit (Data Leakage)</a:t>
            </a:r>
          </a:p>
        </p:txBody>
      </p:sp>
      <p:sp>
        <p:nvSpPr>
          <p:cNvPr id="7" name="Google Shape;268;p14">
            <a:extLst>
              <a:ext uri="{FF2B5EF4-FFF2-40B4-BE49-F238E27FC236}">
                <a16:creationId xmlns:a16="http://schemas.microsoft.com/office/drawing/2014/main" id="{F5465D1D-CCAF-1671-6D09-DD608D7D953C}"/>
              </a:ext>
            </a:extLst>
          </p:cNvPr>
          <p:cNvSpPr txBox="1"/>
          <p:nvPr/>
        </p:nvSpPr>
        <p:spPr>
          <a:xfrm>
            <a:off x="1028699" y="2466043"/>
            <a:ext cx="16426787" cy="4686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de-DE" altLang="de-DE" sz="2400" dirty="0">
                <a:solidFill>
                  <a:srgbClr val="43D29F"/>
                </a:solidFill>
                <a:latin typeface="Rajdhani"/>
                <a:cs typeface="Rajdhani"/>
              </a:rPr>
              <a:t>Problem:</a:t>
            </a:r>
            <a:br>
              <a:rPr lang="de-DE" sz="2400" dirty="0"/>
            </a:br>
            <a:r>
              <a:rPr lang="de-DE" sz="2400" dirty="0">
                <a:solidFill>
                  <a:schemeClr val="tx2"/>
                </a:solidFill>
                <a:latin typeface="Rajdhani"/>
                <a:cs typeface="Rajdhani"/>
              </a:rPr>
              <a:t>Sensible oder nutzerspezifische Daten werden in öffentlichen Caches gespeichert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de-DE" altLang="de-DE" sz="2400" dirty="0">
              <a:solidFill>
                <a:schemeClr val="tx2"/>
              </a:solidFill>
              <a:latin typeface="Rajdhani"/>
              <a:cs typeface="Rajdhani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de-DE" altLang="de-DE" sz="2400" dirty="0">
                <a:solidFill>
                  <a:srgbClr val="43D29F"/>
                </a:solidFill>
                <a:latin typeface="Rajdhani"/>
                <a:cs typeface="Rajdhani"/>
              </a:rPr>
              <a:t>Risiko: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de-DE" sz="2400" dirty="0">
                <a:solidFill>
                  <a:schemeClr val="tx2"/>
                </a:solidFill>
                <a:latin typeface="Rajdhani"/>
                <a:cs typeface="Rajdhani"/>
              </a:rPr>
              <a:t>Unbefugte Nutzer erhalten Zugriff auf fremde Inhalte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de-DE" altLang="de-DE" sz="2400" dirty="0">
              <a:solidFill>
                <a:schemeClr val="tx2"/>
              </a:solidFill>
              <a:latin typeface="Rajdhani"/>
              <a:cs typeface="Rajdhani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de-DE" altLang="de-DE" sz="2400" dirty="0">
                <a:solidFill>
                  <a:srgbClr val="43D29F"/>
                </a:solidFill>
                <a:latin typeface="Rajdhani"/>
                <a:cs typeface="Rajdhani"/>
              </a:rPr>
              <a:t>Lösungen: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de-DE" altLang="de-DE" sz="2400" dirty="0">
                <a:solidFill>
                  <a:schemeClr val="tx2"/>
                </a:solidFill>
                <a:latin typeface="Rajdhani"/>
                <a:cs typeface="Rajdhani"/>
              </a:rPr>
              <a:t>Cache-Control: private: Speicherung nur im Browser-Cache erlauben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de-DE" altLang="de-DE" sz="2400" dirty="0" err="1">
                <a:solidFill>
                  <a:schemeClr val="tx2"/>
                </a:solidFill>
                <a:latin typeface="Rajdhani"/>
                <a:cs typeface="Rajdhani"/>
              </a:rPr>
              <a:t>Vary</a:t>
            </a:r>
            <a:r>
              <a:rPr lang="de-DE" altLang="de-DE" sz="2400" dirty="0">
                <a:solidFill>
                  <a:schemeClr val="tx2"/>
                </a:solidFill>
                <a:latin typeface="Rajdhani"/>
                <a:cs typeface="Rajdhani"/>
              </a:rPr>
              <a:t> Header: Trennung von Cache-Versionen nach Cookie oder </a:t>
            </a:r>
            <a:r>
              <a:rPr lang="de-DE" altLang="de-DE" sz="2400" dirty="0" err="1">
                <a:solidFill>
                  <a:schemeClr val="tx2"/>
                </a:solidFill>
                <a:latin typeface="Rajdhani"/>
                <a:cs typeface="Rajdhani"/>
              </a:rPr>
              <a:t>Authorization</a:t>
            </a:r>
            <a:endParaRPr lang="de-DE" altLang="de-DE" sz="2400" dirty="0">
              <a:solidFill>
                <a:schemeClr val="tx2"/>
              </a:solidFill>
              <a:latin typeface="Rajdhani"/>
              <a:cs typeface="Rajdhani"/>
            </a:endParaRPr>
          </a:p>
          <a:p>
            <a:pPr lvl="0">
              <a:lnSpc>
                <a:spcPct val="123000"/>
              </a:lnSpc>
            </a:pPr>
            <a:endParaRPr lang="de-DE" sz="2400" dirty="0">
              <a:solidFill>
                <a:schemeClr val="tx2"/>
              </a:solidFill>
              <a:latin typeface="Rajdhani"/>
              <a:cs typeface="Rajdhani"/>
            </a:endParaRPr>
          </a:p>
          <a:p>
            <a:pPr lvl="0">
              <a:lnSpc>
                <a:spcPct val="123000"/>
              </a:lnSpc>
            </a:pPr>
            <a:endParaRPr lang="de-DE" sz="2400" dirty="0">
              <a:solidFill>
                <a:schemeClr val="tx2"/>
              </a:solidFill>
              <a:latin typeface="Rajdhani"/>
              <a:cs typeface="Rajdhani"/>
            </a:endParaRPr>
          </a:p>
          <a:p>
            <a:pPr lvl="0">
              <a:lnSpc>
                <a:spcPct val="123000"/>
              </a:lnSpc>
            </a:pPr>
            <a:endParaRPr lang="de-DE" sz="2400" dirty="0">
              <a:solidFill>
                <a:schemeClr val="tx2"/>
              </a:solidFill>
              <a:latin typeface="Rajdhani"/>
              <a:cs typeface="Rajdhani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0C6E2472-8166-22A1-3F3C-8DF8FAF241B9}"/>
              </a:ext>
            </a:extLst>
          </p:cNvPr>
          <p:cNvSpPr/>
          <p:nvPr/>
        </p:nvSpPr>
        <p:spPr>
          <a:xfrm>
            <a:off x="8755038" y="88287"/>
            <a:ext cx="580030" cy="47767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600" b="1" dirty="0">
              <a:solidFill>
                <a:schemeClr val="tx1"/>
              </a:solidFill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5F140C93-ABD6-06ED-47B5-C43051D2CA37}"/>
              </a:ext>
            </a:extLst>
          </p:cNvPr>
          <p:cNvSpPr/>
          <p:nvPr/>
        </p:nvSpPr>
        <p:spPr>
          <a:xfrm>
            <a:off x="8853985" y="0"/>
            <a:ext cx="580030" cy="477672"/>
          </a:xfrm>
          <a:prstGeom prst="rect">
            <a:avLst/>
          </a:prstGeom>
          <a:solidFill>
            <a:srgbClr val="CCFF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tx1"/>
                </a:solidFill>
                <a:latin typeface="Rajdhani" panose="020B0604020202020204" charset="0"/>
                <a:cs typeface="Rajdhani" panose="020B0604020202020204" charset="0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7246122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D29F"/>
        </a:solidFill>
        <a:effectLst/>
      </p:bgPr>
    </p:bg>
    <p:spTree>
      <p:nvGrpSpPr>
        <p:cNvPr id="1" name="Shape 324">
          <a:extLst>
            <a:ext uri="{FF2B5EF4-FFF2-40B4-BE49-F238E27FC236}">
              <a16:creationId xmlns:a16="http://schemas.microsoft.com/office/drawing/2014/main" id="{10B60E82-BFF4-5648-D479-A0AD17F62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5" name="Google Shape;325;p16">
            <a:extLst>
              <a:ext uri="{FF2B5EF4-FFF2-40B4-BE49-F238E27FC236}">
                <a16:creationId xmlns:a16="http://schemas.microsoft.com/office/drawing/2014/main" id="{64CC03B2-7AFB-A9F6-0231-E380543EFE5B}"/>
              </a:ext>
            </a:extLst>
          </p:cNvPr>
          <p:cNvGrpSpPr/>
          <p:nvPr/>
        </p:nvGrpSpPr>
        <p:grpSpPr>
          <a:xfrm>
            <a:off x="0" y="1238812"/>
            <a:ext cx="18288000" cy="4879047"/>
            <a:chOff x="0" y="25400"/>
            <a:chExt cx="24384000" cy="6505396"/>
          </a:xfrm>
        </p:grpSpPr>
        <p:cxnSp>
          <p:nvCxnSpPr>
            <p:cNvPr id="326" name="Google Shape;326;p16">
              <a:extLst>
                <a:ext uri="{FF2B5EF4-FFF2-40B4-BE49-F238E27FC236}">
                  <a16:creationId xmlns:a16="http://schemas.microsoft.com/office/drawing/2014/main" id="{8C60DEF8-43F9-A087-D6F1-E82C67B154E6}"/>
                </a:ext>
              </a:extLst>
            </p:cNvPr>
            <p:cNvCxnSpPr/>
            <p:nvPr/>
          </p:nvCxnSpPr>
          <p:spPr>
            <a:xfrm>
              <a:off x="0" y="25400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7" name="Google Shape;327;p16">
              <a:extLst>
                <a:ext uri="{FF2B5EF4-FFF2-40B4-BE49-F238E27FC236}">
                  <a16:creationId xmlns:a16="http://schemas.microsoft.com/office/drawing/2014/main" id="{00223405-A45E-C00F-8D71-0C13EF00850D}"/>
                </a:ext>
              </a:extLst>
            </p:cNvPr>
            <p:cNvCxnSpPr/>
            <p:nvPr/>
          </p:nvCxnSpPr>
          <p:spPr>
            <a:xfrm>
              <a:off x="0" y="1651749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8" name="Google Shape;328;p16">
              <a:extLst>
                <a:ext uri="{FF2B5EF4-FFF2-40B4-BE49-F238E27FC236}">
                  <a16:creationId xmlns:a16="http://schemas.microsoft.com/office/drawing/2014/main" id="{1171B788-7D08-7C4E-7365-87895D3D4B2D}"/>
                </a:ext>
              </a:extLst>
            </p:cNvPr>
            <p:cNvCxnSpPr/>
            <p:nvPr/>
          </p:nvCxnSpPr>
          <p:spPr>
            <a:xfrm>
              <a:off x="0" y="3278098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9" name="Google Shape;329;p16">
              <a:extLst>
                <a:ext uri="{FF2B5EF4-FFF2-40B4-BE49-F238E27FC236}">
                  <a16:creationId xmlns:a16="http://schemas.microsoft.com/office/drawing/2014/main" id="{CB4A0B8B-010E-BEDC-A25B-340C491047D9}"/>
                </a:ext>
              </a:extLst>
            </p:cNvPr>
            <p:cNvCxnSpPr/>
            <p:nvPr/>
          </p:nvCxnSpPr>
          <p:spPr>
            <a:xfrm>
              <a:off x="0" y="4904447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0" name="Google Shape;330;p16">
              <a:extLst>
                <a:ext uri="{FF2B5EF4-FFF2-40B4-BE49-F238E27FC236}">
                  <a16:creationId xmlns:a16="http://schemas.microsoft.com/office/drawing/2014/main" id="{6B2123D7-6D02-1A8C-11B6-C5E90130F71B}"/>
                </a:ext>
              </a:extLst>
            </p:cNvPr>
            <p:cNvCxnSpPr/>
            <p:nvPr/>
          </p:nvCxnSpPr>
          <p:spPr>
            <a:xfrm>
              <a:off x="0" y="6530796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331" name="Google Shape;331;p16">
            <a:extLst>
              <a:ext uri="{FF2B5EF4-FFF2-40B4-BE49-F238E27FC236}">
                <a16:creationId xmlns:a16="http://schemas.microsoft.com/office/drawing/2014/main" id="{FE69F121-0D1D-72DD-C5B3-743EA9AF81B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2475" y="242546"/>
            <a:ext cx="11296899" cy="921524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2" name="Google Shape;332;p16">
            <a:extLst>
              <a:ext uri="{FF2B5EF4-FFF2-40B4-BE49-F238E27FC236}">
                <a16:creationId xmlns:a16="http://schemas.microsoft.com/office/drawing/2014/main" id="{7765614C-B09E-8FFB-DA69-A662F01C0091}"/>
              </a:ext>
            </a:extLst>
          </p:cNvPr>
          <p:cNvGrpSpPr/>
          <p:nvPr/>
        </p:nvGrpSpPr>
        <p:grpSpPr>
          <a:xfrm>
            <a:off x="0" y="6993084"/>
            <a:ext cx="18288000" cy="3293916"/>
            <a:chOff x="0" y="-85725"/>
            <a:chExt cx="4816593" cy="867533"/>
          </a:xfrm>
        </p:grpSpPr>
        <p:sp>
          <p:nvSpPr>
            <p:cNvPr id="333" name="Google Shape;333;p16">
              <a:extLst>
                <a:ext uri="{FF2B5EF4-FFF2-40B4-BE49-F238E27FC236}">
                  <a16:creationId xmlns:a16="http://schemas.microsoft.com/office/drawing/2014/main" id="{7AB8D50B-5E98-816B-EBD4-6E975BCE974B}"/>
                </a:ext>
              </a:extLst>
            </p:cNvPr>
            <p:cNvSpPr/>
            <p:nvPr/>
          </p:nvSpPr>
          <p:spPr>
            <a:xfrm>
              <a:off x="0" y="0"/>
              <a:ext cx="4816592" cy="781808"/>
            </a:xfrm>
            <a:custGeom>
              <a:avLst/>
              <a:gdLst/>
              <a:ahLst/>
              <a:cxnLst/>
              <a:rect l="l" t="t" r="r" b="b"/>
              <a:pathLst>
                <a:path w="4816592" h="781808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781808"/>
                  </a:lnTo>
                  <a:lnTo>
                    <a:pt x="0" y="781808"/>
                  </a:lnTo>
                  <a:close/>
                </a:path>
              </a:pathLst>
            </a:custGeom>
            <a:solidFill>
              <a:srgbClr val="08524D"/>
            </a:solidFill>
            <a:ln>
              <a:noFill/>
            </a:ln>
          </p:spPr>
        </p:sp>
        <p:sp>
          <p:nvSpPr>
            <p:cNvPr id="334" name="Google Shape;334;p16">
              <a:extLst>
                <a:ext uri="{FF2B5EF4-FFF2-40B4-BE49-F238E27FC236}">
                  <a16:creationId xmlns:a16="http://schemas.microsoft.com/office/drawing/2014/main" id="{55C7498F-9A97-57A3-FFBA-14F740CD60CC}"/>
                </a:ext>
              </a:extLst>
            </p:cNvPr>
            <p:cNvSpPr txBox="1"/>
            <p:nvPr/>
          </p:nvSpPr>
          <p:spPr>
            <a:xfrm>
              <a:off x="0" y="-85725"/>
              <a:ext cx="4816593" cy="8675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5" name="Google Shape;335;p16">
            <a:extLst>
              <a:ext uri="{FF2B5EF4-FFF2-40B4-BE49-F238E27FC236}">
                <a16:creationId xmlns:a16="http://schemas.microsoft.com/office/drawing/2014/main" id="{59E7EA88-DE9E-8EE3-F722-0C1C3A884E36}"/>
              </a:ext>
            </a:extLst>
          </p:cNvPr>
          <p:cNvSpPr txBox="1"/>
          <p:nvPr/>
        </p:nvSpPr>
        <p:spPr>
          <a:xfrm>
            <a:off x="331466" y="7282364"/>
            <a:ext cx="3231000" cy="3401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969" b="0" i="0" u="none" strike="noStrike" cap="none" dirty="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05</a:t>
            </a:r>
            <a:endParaRPr dirty="0"/>
          </a:p>
        </p:txBody>
      </p:sp>
      <p:sp>
        <p:nvSpPr>
          <p:cNvPr id="336" name="Google Shape;336;p16">
            <a:extLst>
              <a:ext uri="{FF2B5EF4-FFF2-40B4-BE49-F238E27FC236}">
                <a16:creationId xmlns:a16="http://schemas.microsoft.com/office/drawing/2014/main" id="{1E2C3A49-AD52-E558-420C-3C21E4A58DCA}"/>
              </a:ext>
            </a:extLst>
          </p:cNvPr>
          <p:cNvSpPr txBox="1"/>
          <p:nvPr/>
        </p:nvSpPr>
        <p:spPr>
          <a:xfrm>
            <a:off x="4983412" y="8189028"/>
            <a:ext cx="12158176" cy="1817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algn="ctr">
              <a:lnSpc>
                <a:spcPct val="123000"/>
              </a:lnSpc>
            </a:pPr>
            <a:r>
              <a:rPr lang="de-DE" sz="9600" dirty="0">
                <a:solidFill>
                  <a:srgbClr val="CCFFA4"/>
                </a:solidFill>
                <a:latin typeface="Rajdhani"/>
                <a:cs typeface="Rajdhani"/>
              </a:rPr>
              <a:t>Best Practices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3FC3E51D-0E19-9A78-EF90-A07CFB013EA8}"/>
              </a:ext>
            </a:extLst>
          </p:cNvPr>
          <p:cNvSpPr/>
          <p:nvPr/>
        </p:nvSpPr>
        <p:spPr>
          <a:xfrm>
            <a:off x="8755038" y="88287"/>
            <a:ext cx="580030" cy="47767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600" b="1" dirty="0">
              <a:solidFill>
                <a:schemeClr val="tx1"/>
              </a:solidFill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2C3276DA-A958-CC24-27CD-11F98EFEEBBA}"/>
              </a:ext>
            </a:extLst>
          </p:cNvPr>
          <p:cNvSpPr/>
          <p:nvPr/>
        </p:nvSpPr>
        <p:spPr>
          <a:xfrm>
            <a:off x="8853985" y="0"/>
            <a:ext cx="580030" cy="477672"/>
          </a:xfrm>
          <a:prstGeom prst="rect">
            <a:avLst/>
          </a:prstGeom>
          <a:solidFill>
            <a:srgbClr val="CCFF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tx1"/>
                </a:solidFill>
                <a:latin typeface="Rajdhani" panose="020B0604020202020204" charset="0"/>
                <a:cs typeface="Rajdhani" panose="020B0604020202020204" charset="0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1520739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24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C2096A-200A-568C-4885-38E7D033F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68;p14">
            <a:extLst>
              <a:ext uri="{FF2B5EF4-FFF2-40B4-BE49-F238E27FC236}">
                <a16:creationId xmlns:a16="http://schemas.microsoft.com/office/drawing/2014/main" id="{8B3373E9-6116-FB35-C4F9-A53CF631F877}"/>
              </a:ext>
            </a:extLst>
          </p:cNvPr>
          <p:cNvSpPr txBox="1"/>
          <p:nvPr/>
        </p:nvSpPr>
        <p:spPr>
          <a:xfrm>
            <a:off x="930606" y="634969"/>
            <a:ext cx="16426787" cy="1249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3000"/>
              </a:lnSpc>
            </a:pPr>
            <a:r>
              <a:rPr lang="de-DE" sz="6600" dirty="0">
                <a:solidFill>
                  <a:srgbClr val="CCFFA4"/>
                </a:solidFill>
                <a:latin typeface="Rajdhani"/>
                <a:cs typeface="Rajdhani"/>
              </a:rPr>
              <a:t>Planung &amp; Datenkonsistenz</a:t>
            </a:r>
          </a:p>
        </p:txBody>
      </p:sp>
      <p:sp>
        <p:nvSpPr>
          <p:cNvPr id="7" name="Google Shape;268;p14">
            <a:extLst>
              <a:ext uri="{FF2B5EF4-FFF2-40B4-BE49-F238E27FC236}">
                <a16:creationId xmlns:a16="http://schemas.microsoft.com/office/drawing/2014/main" id="{C14A4F24-DE38-7F9C-BC45-215975613D1C}"/>
              </a:ext>
            </a:extLst>
          </p:cNvPr>
          <p:cNvSpPr txBox="1"/>
          <p:nvPr/>
        </p:nvSpPr>
        <p:spPr>
          <a:xfrm>
            <a:off x="1028699" y="2466043"/>
            <a:ext cx="16426787" cy="349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de-DE" sz="2400" dirty="0">
                <a:solidFill>
                  <a:srgbClr val="43D29F"/>
                </a:solidFill>
                <a:latin typeface="Rajdhani"/>
                <a:cs typeface="Rajdhani"/>
              </a:rPr>
              <a:t>Cache-Strategie sorgfältig planen</a:t>
            </a:r>
            <a:r>
              <a:rPr lang="de-DE" altLang="de-DE" sz="2400" dirty="0">
                <a:solidFill>
                  <a:srgbClr val="43D29F"/>
                </a:solidFill>
                <a:latin typeface="Rajdhani"/>
                <a:cs typeface="Rajdhani"/>
              </a:rPr>
              <a:t>: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chemeClr val="tx2"/>
                </a:solidFill>
                <a:latin typeface="Rajdhani"/>
                <a:cs typeface="Rajdhani"/>
              </a:rPr>
              <a:t>Klare Entscheidung, was, wo und wie lange </a:t>
            </a:r>
            <a:r>
              <a:rPr lang="de-DE" sz="2400" dirty="0" err="1">
                <a:solidFill>
                  <a:schemeClr val="tx2"/>
                </a:solidFill>
                <a:latin typeface="Rajdhani"/>
                <a:cs typeface="Rajdhani"/>
              </a:rPr>
              <a:t>gecacht</a:t>
            </a:r>
            <a:r>
              <a:rPr lang="de-DE" sz="2400" dirty="0">
                <a:solidFill>
                  <a:schemeClr val="tx2"/>
                </a:solidFill>
                <a:latin typeface="Rajdhani"/>
                <a:cs typeface="Rajdhani"/>
              </a:rPr>
              <a:t> wird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chemeClr val="tx2"/>
                </a:solidFill>
                <a:latin typeface="Rajdhani"/>
                <a:cs typeface="Rajdhani"/>
              </a:rPr>
              <a:t>Unterschiedliche Inhalte erfordern unterschiedliche Cache-Zeiten</a:t>
            </a:r>
            <a:endParaRPr lang="de-DE" altLang="de-DE" sz="2400" dirty="0">
              <a:solidFill>
                <a:schemeClr val="tx2"/>
              </a:solidFill>
              <a:latin typeface="Rajdhani"/>
              <a:cs typeface="Rajdhani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de-DE" altLang="de-DE" sz="2400" dirty="0">
              <a:solidFill>
                <a:schemeClr val="tx2"/>
              </a:solidFill>
              <a:latin typeface="Rajdhani"/>
              <a:cs typeface="Rajdhani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de-DE" sz="2400" dirty="0">
                <a:solidFill>
                  <a:srgbClr val="43D29F"/>
                </a:solidFill>
                <a:latin typeface="Rajdhani"/>
                <a:cs typeface="Rajdhani"/>
              </a:rPr>
              <a:t>Automatisierte </a:t>
            </a:r>
            <a:r>
              <a:rPr lang="de-DE" sz="2400" dirty="0" err="1">
                <a:solidFill>
                  <a:srgbClr val="43D29F"/>
                </a:solidFill>
                <a:latin typeface="Rajdhani"/>
                <a:cs typeface="Rajdhani"/>
              </a:rPr>
              <a:t>Invalidierung</a:t>
            </a:r>
            <a:r>
              <a:rPr lang="de-DE" sz="2400" dirty="0">
                <a:solidFill>
                  <a:srgbClr val="43D29F"/>
                </a:solidFill>
                <a:latin typeface="Rajdhani"/>
                <a:cs typeface="Rajdhani"/>
              </a:rPr>
              <a:t> implementieren</a:t>
            </a:r>
            <a:r>
              <a:rPr lang="de-DE" altLang="de-DE" sz="2400" dirty="0">
                <a:solidFill>
                  <a:srgbClr val="43D29F"/>
                </a:solidFill>
                <a:latin typeface="Rajdhani"/>
                <a:cs typeface="Rajdhani"/>
              </a:rPr>
              <a:t>: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de-DE" altLang="de-DE" sz="2400" dirty="0">
                <a:solidFill>
                  <a:schemeClr val="tx2"/>
                </a:solidFill>
                <a:latin typeface="Rajdhani"/>
                <a:cs typeface="Rajdhani"/>
              </a:rPr>
              <a:t>Veraltete Daten müssen zuverlässig entfernt werden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de-DE" altLang="de-DE" sz="2400" dirty="0">
                <a:solidFill>
                  <a:schemeClr val="tx2"/>
                </a:solidFill>
                <a:latin typeface="Rajdhani"/>
                <a:cs typeface="Rajdhani"/>
              </a:rPr>
              <a:t>Einsatz von Time-to-Live (TTL) oder ereignisgesteuerten Mechanismen</a:t>
            </a:r>
            <a:endParaRPr lang="de-DE" sz="2400" dirty="0">
              <a:solidFill>
                <a:schemeClr val="tx2"/>
              </a:solidFill>
              <a:latin typeface="Rajdhani"/>
              <a:cs typeface="Rajdhani"/>
            </a:endParaRPr>
          </a:p>
          <a:p>
            <a:pPr lvl="0">
              <a:lnSpc>
                <a:spcPct val="123000"/>
              </a:lnSpc>
            </a:pPr>
            <a:endParaRPr lang="de-DE" sz="2400" dirty="0">
              <a:solidFill>
                <a:schemeClr val="tx2"/>
              </a:solidFill>
              <a:latin typeface="Rajdhani"/>
              <a:cs typeface="Rajdhani"/>
            </a:endParaRPr>
          </a:p>
          <a:p>
            <a:pPr lvl="0">
              <a:lnSpc>
                <a:spcPct val="123000"/>
              </a:lnSpc>
            </a:pPr>
            <a:endParaRPr lang="de-DE" sz="2400" dirty="0">
              <a:solidFill>
                <a:schemeClr val="tx2"/>
              </a:solidFill>
              <a:latin typeface="Rajdhani"/>
              <a:cs typeface="Rajdhani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1A9014A4-54A6-87D0-A00E-379444292BC1}"/>
              </a:ext>
            </a:extLst>
          </p:cNvPr>
          <p:cNvSpPr/>
          <p:nvPr/>
        </p:nvSpPr>
        <p:spPr>
          <a:xfrm>
            <a:off x="8755038" y="88287"/>
            <a:ext cx="580030" cy="47767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600" b="1" dirty="0">
              <a:solidFill>
                <a:schemeClr val="tx1"/>
              </a:solidFill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9CDD78DF-A92F-4028-F7EC-BD032E2F984D}"/>
              </a:ext>
            </a:extLst>
          </p:cNvPr>
          <p:cNvSpPr/>
          <p:nvPr/>
        </p:nvSpPr>
        <p:spPr>
          <a:xfrm>
            <a:off x="8853985" y="0"/>
            <a:ext cx="580030" cy="477672"/>
          </a:xfrm>
          <a:prstGeom prst="rect">
            <a:avLst/>
          </a:prstGeom>
          <a:solidFill>
            <a:srgbClr val="CCFF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tx1"/>
                </a:solidFill>
                <a:latin typeface="Rajdhani" panose="020B0604020202020204" charset="0"/>
                <a:cs typeface="Rajdhani" panose="020B0604020202020204" charset="0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324766356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56B94-7AE6-117B-8744-59D9685F8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68;p14">
            <a:extLst>
              <a:ext uri="{FF2B5EF4-FFF2-40B4-BE49-F238E27FC236}">
                <a16:creationId xmlns:a16="http://schemas.microsoft.com/office/drawing/2014/main" id="{DCAEB88E-7EB3-B96F-B20D-28960CC6577C}"/>
              </a:ext>
            </a:extLst>
          </p:cNvPr>
          <p:cNvSpPr txBox="1"/>
          <p:nvPr/>
        </p:nvSpPr>
        <p:spPr>
          <a:xfrm>
            <a:off x="930606" y="634969"/>
            <a:ext cx="16426787" cy="1249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3000"/>
              </a:lnSpc>
            </a:pPr>
            <a:r>
              <a:rPr lang="de-DE" sz="6600" dirty="0">
                <a:solidFill>
                  <a:srgbClr val="CCFFA4"/>
                </a:solidFill>
                <a:latin typeface="Rajdhani"/>
                <a:cs typeface="Rajdhani"/>
              </a:rPr>
              <a:t>Sicherheit &amp; Monitoring</a:t>
            </a:r>
          </a:p>
        </p:txBody>
      </p:sp>
      <p:sp>
        <p:nvSpPr>
          <p:cNvPr id="7" name="Google Shape;268;p14">
            <a:extLst>
              <a:ext uri="{FF2B5EF4-FFF2-40B4-BE49-F238E27FC236}">
                <a16:creationId xmlns:a16="http://schemas.microsoft.com/office/drawing/2014/main" id="{61FAB2A3-6F7E-A5F5-EB1B-BFAE4332C092}"/>
              </a:ext>
            </a:extLst>
          </p:cNvPr>
          <p:cNvSpPr txBox="1"/>
          <p:nvPr/>
        </p:nvSpPr>
        <p:spPr>
          <a:xfrm>
            <a:off x="1028699" y="2466043"/>
            <a:ext cx="16426787" cy="386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de-DE" sz="2400" dirty="0">
                <a:solidFill>
                  <a:srgbClr val="43D29F"/>
                </a:solidFill>
                <a:latin typeface="Rajdhani"/>
                <a:cs typeface="Rajdhani"/>
              </a:rPr>
              <a:t>Sensible Daten absichern</a:t>
            </a:r>
            <a:r>
              <a:rPr lang="de-DE" altLang="de-DE" sz="2400" dirty="0">
                <a:solidFill>
                  <a:srgbClr val="43D29F"/>
                </a:solidFill>
                <a:latin typeface="Rajdhani"/>
                <a:cs typeface="Rajdhani"/>
              </a:rPr>
              <a:t>: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chemeClr val="tx2"/>
                </a:solidFill>
                <a:latin typeface="Rajdhani"/>
                <a:cs typeface="Rajdhani"/>
              </a:rPr>
              <a:t>Keine personenbezogenen oder </a:t>
            </a:r>
            <a:r>
              <a:rPr lang="de-DE" sz="2400" dirty="0" err="1">
                <a:solidFill>
                  <a:schemeClr val="tx2"/>
                </a:solidFill>
                <a:latin typeface="Rajdhani"/>
                <a:cs typeface="Rajdhani"/>
              </a:rPr>
              <a:t>sessionbezogenen</a:t>
            </a:r>
            <a:r>
              <a:rPr lang="de-DE" sz="2400" dirty="0">
                <a:solidFill>
                  <a:schemeClr val="tx2"/>
                </a:solidFill>
                <a:latin typeface="Rajdhani"/>
                <a:cs typeface="Rajdhani"/>
              </a:rPr>
              <a:t> Daten in öffentlichen Caches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chemeClr val="tx2"/>
                </a:solidFill>
                <a:latin typeface="Rajdhani"/>
                <a:cs typeface="Rajdhani"/>
              </a:rPr>
              <a:t>Nutzung von Cache-Control: private und </a:t>
            </a:r>
            <a:r>
              <a:rPr lang="de-DE" sz="2400" dirty="0" err="1">
                <a:solidFill>
                  <a:schemeClr val="tx2"/>
                </a:solidFill>
                <a:latin typeface="Rajdhani"/>
                <a:cs typeface="Rajdhani"/>
              </a:rPr>
              <a:t>Vary</a:t>
            </a:r>
            <a:r>
              <a:rPr lang="de-DE" sz="2400" dirty="0">
                <a:solidFill>
                  <a:schemeClr val="tx2"/>
                </a:solidFill>
                <a:latin typeface="Rajdhani"/>
                <a:cs typeface="Rajdhani"/>
              </a:rPr>
              <a:t> Headern</a:t>
            </a:r>
            <a:endParaRPr lang="de-DE" altLang="de-DE" sz="2400" dirty="0">
              <a:solidFill>
                <a:schemeClr val="tx2"/>
              </a:solidFill>
              <a:latin typeface="Rajdhani"/>
              <a:cs typeface="Rajdhani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de-DE" altLang="de-DE" sz="2400" dirty="0">
              <a:solidFill>
                <a:schemeClr val="tx2"/>
              </a:solidFill>
              <a:latin typeface="Rajdhani"/>
              <a:cs typeface="Rajdhani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de-DE" sz="2400" dirty="0">
                <a:solidFill>
                  <a:srgbClr val="43D29F"/>
                </a:solidFill>
                <a:latin typeface="Rajdhani"/>
                <a:cs typeface="Rajdhani"/>
              </a:rPr>
              <a:t>Monitoring &amp; Performance-Analyse</a:t>
            </a:r>
            <a:r>
              <a:rPr lang="de-DE" altLang="de-DE" sz="2400" dirty="0">
                <a:solidFill>
                  <a:srgbClr val="43D29F"/>
                </a:solidFill>
                <a:latin typeface="Rajdhani"/>
                <a:cs typeface="Rajdhani"/>
              </a:rPr>
              <a:t>: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de-DE" altLang="de-DE" sz="2400" dirty="0">
                <a:solidFill>
                  <a:schemeClr val="tx2"/>
                </a:solidFill>
                <a:latin typeface="Rajdhani"/>
                <a:cs typeface="Rajdhani"/>
              </a:rPr>
              <a:t>Überwachung von Cache-Hit- und Cache-Miss-Raten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de-DE" altLang="de-DE" sz="2400" dirty="0">
                <a:solidFill>
                  <a:schemeClr val="tx2"/>
                </a:solidFill>
                <a:latin typeface="Rajdhani"/>
                <a:cs typeface="Rajdhani"/>
              </a:rPr>
              <a:t>Analyse der Performance-Auswirkungen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de-DE" altLang="de-DE" sz="2400" dirty="0">
                <a:solidFill>
                  <a:schemeClr val="tx2"/>
                </a:solidFill>
                <a:latin typeface="Rajdhani"/>
                <a:cs typeface="Rajdhani"/>
              </a:rPr>
              <a:t>Frühzeitiges Erkennen von Fehlkonfigurationen</a:t>
            </a:r>
            <a:endParaRPr lang="de-DE" sz="2400" dirty="0">
              <a:solidFill>
                <a:schemeClr val="tx2"/>
              </a:solidFill>
              <a:latin typeface="Rajdhani"/>
              <a:cs typeface="Rajdhani"/>
            </a:endParaRPr>
          </a:p>
          <a:p>
            <a:pPr lvl="0">
              <a:lnSpc>
                <a:spcPct val="123000"/>
              </a:lnSpc>
            </a:pPr>
            <a:endParaRPr lang="de-DE" sz="2400" dirty="0">
              <a:solidFill>
                <a:schemeClr val="tx2"/>
              </a:solidFill>
              <a:latin typeface="Rajdhani"/>
              <a:cs typeface="Rajdhani"/>
            </a:endParaRPr>
          </a:p>
          <a:p>
            <a:pPr lvl="0">
              <a:lnSpc>
                <a:spcPct val="123000"/>
              </a:lnSpc>
            </a:pPr>
            <a:endParaRPr lang="de-DE" sz="2400" dirty="0">
              <a:solidFill>
                <a:schemeClr val="tx2"/>
              </a:solidFill>
              <a:latin typeface="Rajdhani"/>
              <a:cs typeface="Rajdhani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E4D20D78-B729-0583-0C21-786915E404BF}"/>
              </a:ext>
            </a:extLst>
          </p:cNvPr>
          <p:cNvSpPr/>
          <p:nvPr/>
        </p:nvSpPr>
        <p:spPr>
          <a:xfrm>
            <a:off x="8755038" y="88287"/>
            <a:ext cx="580030" cy="47767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600" b="1" dirty="0">
              <a:solidFill>
                <a:schemeClr val="tx1"/>
              </a:solidFill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58473FCB-078F-DF60-DE63-3D122F60455A}"/>
              </a:ext>
            </a:extLst>
          </p:cNvPr>
          <p:cNvSpPr/>
          <p:nvPr/>
        </p:nvSpPr>
        <p:spPr>
          <a:xfrm>
            <a:off x="8853985" y="0"/>
            <a:ext cx="580030" cy="477672"/>
          </a:xfrm>
          <a:prstGeom prst="rect">
            <a:avLst/>
          </a:prstGeom>
          <a:solidFill>
            <a:srgbClr val="CCFF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tx1"/>
                </a:solidFill>
                <a:latin typeface="Rajdhani" panose="020B0604020202020204" charset="0"/>
                <a:cs typeface="Rajdhani" panose="020B0604020202020204" charset="0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6426261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D29F"/>
        </a:solidFill>
        <a:effectLst/>
      </p:bgPr>
    </p:bg>
    <p:spTree>
      <p:nvGrpSpPr>
        <p:cNvPr id="1" name="Shape 176">
          <a:extLst>
            <a:ext uri="{FF2B5EF4-FFF2-40B4-BE49-F238E27FC236}">
              <a16:creationId xmlns:a16="http://schemas.microsoft.com/office/drawing/2014/main" id="{FD329B85-076C-15A1-E4E9-2A9532D53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Google Shape;177;p11">
            <a:extLst>
              <a:ext uri="{FF2B5EF4-FFF2-40B4-BE49-F238E27FC236}">
                <a16:creationId xmlns:a16="http://schemas.microsoft.com/office/drawing/2014/main" id="{D1946FE1-6179-7C8F-A691-381A984DBAE1}"/>
              </a:ext>
            </a:extLst>
          </p:cNvPr>
          <p:cNvGrpSpPr/>
          <p:nvPr/>
        </p:nvGrpSpPr>
        <p:grpSpPr>
          <a:xfrm>
            <a:off x="0" y="1238812"/>
            <a:ext cx="18288000" cy="4879047"/>
            <a:chOff x="0" y="25400"/>
            <a:chExt cx="24384000" cy="6505396"/>
          </a:xfrm>
        </p:grpSpPr>
        <p:cxnSp>
          <p:nvCxnSpPr>
            <p:cNvPr id="178" name="Google Shape;178;p11">
              <a:extLst>
                <a:ext uri="{FF2B5EF4-FFF2-40B4-BE49-F238E27FC236}">
                  <a16:creationId xmlns:a16="http://schemas.microsoft.com/office/drawing/2014/main" id="{B22A6165-2606-5F8E-1BED-CEE3C95E27C9}"/>
                </a:ext>
              </a:extLst>
            </p:cNvPr>
            <p:cNvCxnSpPr/>
            <p:nvPr/>
          </p:nvCxnSpPr>
          <p:spPr>
            <a:xfrm>
              <a:off x="0" y="25400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9" name="Google Shape;179;p11">
              <a:extLst>
                <a:ext uri="{FF2B5EF4-FFF2-40B4-BE49-F238E27FC236}">
                  <a16:creationId xmlns:a16="http://schemas.microsoft.com/office/drawing/2014/main" id="{8044E5D4-870B-14AD-F10E-C227F2E2F1B0}"/>
                </a:ext>
              </a:extLst>
            </p:cNvPr>
            <p:cNvCxnSpPr/>
            <p:nvPr/>
          </p:nvCxnSpPr>
          <p:spPr>
            <a:xfrm>
              <a:off x="0" y="1651749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0" name="Google Shape;180;p11">
              <a:extLst>
                <a:ext uri="{FF2B5EF4-FFF2-40B4-BE49-F238E27FC236}">
                  <a16:creationId xmlns:a16="http://schemas.microsoft.com/office/drawing/2014/main" id="{B4909EE5-DB24-828A-5AC1-F12AB31482B2}"/>
                </a:ext>
              </a:extLst>
            </p:cNvPr>
            <p:cNvCxnSpPr/>
            <p:nvPr/>
          </p:nvCxnSpPr>
          <p:spPr>
            <a:xfrm>
              <a:off x="0" y="3278098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1" name="Google Shape;181;p11">
              <a:extLst>
                <a:ext uri="{FF2B5EF4-FFF2-40B4-BE49-F238E27FC236}">
                  <a16:creationId xmlns:a16="http://schemas.microsoft.com/office/drawing/2014/main" id="{EC6911D0-9B84-9781-003D-8EC11769BDB2}"/>
                </a:ext>
              </a:extLst>
            </p:cNvPr>
            <p:cNvCxnSpPr/>
            <p:nvPr/>
          </p:nvCxnSpPr>
          <p:spPr>
            <a:xfrm>
              <a:off x="0" y="4904447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2" name="Google Shape;182;p11">
              <a:extLst>
                <a:ext uri="{FF2B5EF4-FFF2-40B4-BE49-F238E27FC236}">
                  <a16:creationId xmlns:a16="http://schemas.microsoft.com/office/drawing/2014/main" id="{D6EDB906-4788-0049-5DC7-528D88919C28}"/>
                </a:ext>
              </a:extLst>
            </p:cNvPr>
            <p:cNvCxnSpPr/>
            <p:nvPr/>
          </p:nvCxnSpPr>
          <p:spPr>
            <a:xfrm>
              <a:off x="0" y="6530796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183" name="Google Shape;183;p11">
            <a:extLst>
              <a:ext uri="{FF2B5EF4-FFF2-40B4-BE49-F238E27FC236}">
                <a16:creationId xmlns:a16="http://schemas.microsoft.com/office/drawing/2014/main" id="{3197F9C7-304D-7984-C2ED-A93099EDC71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5451" y="1050878"/>
            <a:ext cx="12011669" cy="764764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4" name="Google Shape;184;p11">
            <a:extLst>
              <a:ext uri="{FF2B5EF4-FFF2-40B4-BE49-F238E27FC236}">
                <a16:creationId xmlns:a16="http://schemas.microsoft.com/office/drawing/2014/main" id="{F37D5323-34F4-75D0-5137-C409501966CD}"/>
              </a:ext>
            </a:extLst>
          </p:cNvPr>
          <p:cNvGrpSpPr/>
          <p:nvPr/>
        </p:nvGrpSpPr>
        <p:grpSpPr>
          <a:xfrm>
            <a:off x="0" y="6993084"/>
            <a:ext cx="18288000" cy="3293916"/>
            <a:chOff x="0" y="-85725"/>
            <a:chExt cx="4816593" cy="867533"/>
          </a:xfrm>
        </p:grpSpPr>
        <p:sp>
          <p:nvSpPr>
            <p:cNvPr id="185" name="Google Shape;185;p11">
              <a:extLst>
                <a:ext uri="{FF2B5EF4-FFF2-40B4-BE49-F238E27FC236}">
                  <a16:creationId xmlns:a16="http://schemas.microsoft.com/office/drawing/2014/main" id="{75FC6489-D97E-9E40-6BDF-154A607C3481}"/>
                </a:ext>
              </a:extLst>
            </p:cNvPr>
            <p:cNvSpPr/>
            <p:nvPr/>
          </p:nvSpPr>
          <p:spPr>
            <a:xfrm>
              <a:off x="0" y="0"/>
              <a:ext cx="4816592" cy="781808"/>
            </a:xfrm>
            <a:custGeom>
              <a:avLst/>
              <a:gdLst/>
              <a:ahLst/>
              <a:cxnLst/>
              <a:rect l="l" t="t" r="r" b="b"/>
              <a:pathLst>
                <a:path w="4816592" h="781808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781808"/>
                  </a:lnTo>
                  <a:lnTo>
                    <a:pt x="0" y="781808"/>
                  </a:lnTo>
                  <a:close/>
                </a:path>
              </a:pathLst>
            </a:custGeom>
            <a:solidFill>
              <a:srgbClr val="08524D"/>
            </a:solidFill>
            <a:ln>
              <a:noFill/>
            </a:ln>
          </p:spPr>
        </p:sp>
        <p:sp>
          <p:nvSpPr>
            <p:cNvPr id="186" name="Google Shape;186;p11">
              <a:extLst>
                <a:ext uri="{FF2B5EF4-FFF2-40B4-BE49-F238E27FC236}">
                  <a16:creationId xmlns:a16="http://schemas.microsoft.com/office/drawing/2014/main" id="{31A53CBC-907C-15FE-A34B-B084027E0B97}"/>
                </a:ext>
              </a:extLst>
            </p:cNvPr>
            <p:cNvSpPr txBox="1"/>
            <p:nvPr/>
          </p:nvSpPr>
          <p:spPr>
            <a:xfrm>
              <a:off x="0" y="-85725"/>
              <a:ext cx="4816593" cy="8675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7" name="Google Shape;187;p11">
            <a:extLst>
              <a:ext uri="{FF2B5EF4-FFF2-40B4-BE49-F238E27FC236}">
                <a16:creationId xmlns:a16="http://schemas.microsoft.com/office/drawing/2014/main" id="{4C820FFA-185B-4422-138E-14CE691DDDB4}"/>
              </a:ext>
            </a:extLst>
          </p:cNvPr>
          <p:cNvSpPr txBox="1"/>
          <p:nvPr/>
        </p:nvSpPr>
        <p:spPr>
          <a:xfrm>
            <a:off x="331466" y="7376960"/>
            <a:ext cx="3231000" cy="3401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969" b="0" i="0" u="none" strike="noStrike" cap="none" dirty="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06</a:t>
            </a:r>
            <a:endParaRPr dirty="0"/>
          </a:p>
        </p:txBody>
      </p:sp>
      <p:sp>
        <p:nvSpPr>
          <p:cNvPr id="188" name="Google Shape;188;p11">
            <a:extLst>
              <a:ext uri="{FF2B5EF4-FFF2-40B4-BE49-F238E27FC236}">
                <a16:creationId xmlns:a16="http://schemas.microsoft.com/office/drawing/2014/main" id="{FBEB123B-BD94-F8C2-6CD9-C57FBCD07CB8}"/>
              </a:ext>
            </a:extLst>
          </p:cNvPr>
          <p:cNvSpPr txBox="1"/>
          <p:nvPr/>
        </p:nvSpPr>
        <p:spPr>
          <a:xfrm>
            <a:off x="3562466" y="8248399"/>
            <a:ext cx="14394000" cy="1817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dirty="0">
                <a:solidFill>
                  <a:srgbClr val="CCFFA4"/>
                </a:solidFill>
                <a:latin typeface="Rajdhani"/>
                <a:cs typeface="Rajdhani"/>
                <a:sym typeface="Rajdhani"/>
              </a:rPr>
              <a:t>Demo</a:t>
            </a:r>
            <a:endParaRPr sz="9600" dirty="0">
              <a:solidFill>
                <a:srgbClr val="CCFFA4"/>
              </a:solidFill>
              <a:latin typeface="Rajdhani"/>
              <a:cs typeface="Rajdhani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1648810F-F737-55EB-B954-4987CC38DE16}"/>
              </a:ext>
            </a:extLst>
          </p:cNvPr>
          <p:cNvSpPr/>
          <p:nvPr/>
        </p:nvSpPr>
        <p:spPr>
          <a:xfrm>
            <a:off x="8755038" y="88287"/>
            <a:ext cx="580030" cy="47767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600" b="1" dirty="0">
              <a:solidFill>
                <a:schemeClr val="tx1"/>
              </a:solidFill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7619209E-0B69-8F60-3C59-49249FFEE77D}"/>
              </a:ext>
            </a:extLst>
          </p:cNvPr>
          <p:cNvSpPr/>
          <p:nvPr/>
        </p:nvSpPr>
        <p:spPr>
          <a:xfrm>
            <a:off x="8853985" y="0"/>
            <a:ext cx="580030" cy="477672"/>
          </a:xfrm>
          <a:prstGeom prst="rect">
            <a:avLst/>
          </a:prstGeom>
          <a:solidFill>
            <a:srgbClr val="CCFF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tx1"/>
                </a:solidFill>
                <a:latin typeface="Rajdhani" panose="020B0604020202020204" charset="0"/>
                <a:cs typeface="Rajdhani" panose="020B0604020202020204" charset="0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4028681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28B1E-54CA-05C0-91DA-2ECD130C8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68;p14">
            <a:extLst>
              <a:ext uri="{FF2B5EF4-FFF2-40B4-BE49-F238E27FC236}">
                <a16:creationId xmlns:a16="http://schemas.microsoft.com/office/drawing/2014/main" id="{618BF5AE-8E31-D5CF-D43A-C03D9CE5D8EB}"/>
              </a:ext>
            </a:extLst>
          </p:cNvPr>
          <p:cNvSpPr txBox="1"/>
          <p:nvPr/>
        </p:nvSpPr>
        <p:spPr>
          <a:xfrm>
            <a:off x="930606" y="634969"/>
            <a:ext cx="16426787" cy="1249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3000"/>
              </a:lnSpc>
            </a:pPr>
            <a:r>
              <a:rPr lang="de-DE" sz="6600" dirty="0">
                <a:solidFill>
                  <a:srgbClr val="CCFFA4"/>
                </a:solidFill>
                <a:latin typeface="Rajdhani"/>
                <a:cs typeface="Rajdhani"/>
              </a:rPr>
              <a:t>ER-Modell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13D1F36A-932A-6172-D53B-9551DE7E3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932" y="1884222"/>
            <a:ext cx="8964676" cy="5885458"/>
          </a:xfrm>
          <a:prstGeom prst="rect">
            <a:avLst/>
          </a:prstGeom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39149F84-EA68-459D-AA67-7B6988D09D53}"/>
              </a:ext>
            </a:extLst>
          </p:cNvPr>
          <p:cNvSpPr/>
          <p:nvPr/>
        </p:nvSpPr>
        <p:spPr>
          <a:xfrm>
            <a:off x="8755038" y="88287"/>
            <a:ext cx="580030" cy="47767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600" b="1" dirty="0">
              <a:solidFill>
                <a:schemeClr val="tx1"/>
              </a:solidFill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1345649-61D4-6BB9-8724-D4BA60B41F6F}"/>
              </a:ext>
            </a:extLst>
          </p:cNvPr>
          <p:cNvSpPr/>
          <p:nvPr/>
        </p:nvSpPr>
        <p:spPr>
          <a:xfrm>
            <a:off x="8853985" y="0"/>
            <a:ext cx="580030" cy="477672"/>
          </a:xfrm>
          <a:prstGeom prst="rect">
            <a:avLst/>
          </a:prstGeom>
          <a:solidFill>
            <a:srgbClr val="CCFF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tx1"/>
                </a:solidFill>
                <a:latin typeface="Rajdhani" panose="020B0604020202020204" charset="0"/>
                <a:cs typeface="Rajdhani" panose="020B0604020202020204" charset="0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32818994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128B6-7779-8FB7-2A9B-45379B9E0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68;p14">
            <a:extLst>
              <a:ext uri="{FF2B5EF4-FFF2-40B4-BE49-F238E27FC236}">
                <a16:creationId xmlns:a16="http://schemas.microsoft.com/office/drawing/2014/main" id="{D8C1FC26-989E-4082-7EA9-9189C5E550E4}"/>
              </a:ext>
            </a:extLst>
          </p:cNvPr>
          <p:cNvSpPr txBox="1"/>
          <p:nvPr/>
        </p:nvSpPr>
        <p:spPr>
          <a:xfrm>
            <a:off x="930606" y="634969"/>
            <a:ext cx="16426787" cy="1249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3000"/>
              </a:lnSpc>
            </a:pPr>
            <a:r>
              <a:rPr lang="de-DE" sz="6600" dirty="0">
                <a:solidFill>
                  <a:srgbClr val="CCFFA4"/>
                </a:solidFill>
                <a:latin typeface="Rajdhani"/>
                <a:cs typeface="Rajdhani"/>
              </a:rPr>
              <a:t>Zustandsdiagramm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355F8738-3CA7-8310-3361-A59C7805B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878" y="1732188"/>
            <a:ext cx="9725163" cy="8207142"/>
          </a:xfrm>
          <a:prstGeom prst="rect">
            <a:avLst/>
          </a:prstGeom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77550988-04F6-68CD-63D4-3DAA7406287C}"/>
              </a:ext>
            </a:extLst>
          </p:cNvPr>
          <p:cNvSpPr/>
          <p:nvPr/>
        </p:nvSpPr>
        <p:spPr>
          <a:xfrm>
            <a:off x="8755038" y="88287"/>
            <a:ext cx="580030" cy="47767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600" b="1" dirty="0">
              <a:solidFill>
                <a:schemeClr val="tx1"/>
              </a:solidFill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085945C2-6DCF-3272-B0DE-E10C1FF11CC9}"/>
              </a:ext>
            </a:extLst>
          </p:cNvPr>
          <p:cNvSpPr/>
          <p:nvPr/>
        </p:nvSpPr>
        <p:spPr>
          <a:xfrm>
            <a:off x="8853985" y="0"/>
            <a:ext cx="580030" cy="477672"/>
          </a:xfrm>
          <a:prstGeom prst="rect">
            <a:avLst/>
          </a:prstGeom>
          <a:solidFill>
            <a:srgbClr val="CCFF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tx1"/>
                </a:solidFill>
                <a:latin typeface="Rajdhani" panose="020B0604020202020204" charset="0"/>
                <a:cs typeface="Rajdhani" panose="020B0604020202020204" charset="0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4317654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D29F"/>
        </a:solidFill>
        <a:effectLst/>
      </p:bgPr>
    </p:bg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7" name="Google Shape;507;p20"/>
          <p:cNvGrpSpPr/>
          <p:nvPr/>
        </p:nvGrpSpPr>
        <p:grpSpPr>
          <a:xfrm>
            <a:off x="0" y="1238812"/>
            <a:ext cx="18288000" cy="4879047"/>
            <a:chOff x="0" y="25400"/>
            <a:chExt cx="24384000" cy="6505396"/>
          </a:xfrm>
        </p:grpSpPr>
        <p:cxnSp>
          <p:nvCxnSpPr>
            <p:cNvPr id="508" name="Google Shape;508;p20"/>
            <p:cNvCxnSpPr/>
            <p:nvPr/>
          </p:nvCxnSpPr>
          <p:spPr>
            <a:xfrm>
              <a:off x="0" y="25400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09" name="Google Shape;509;p20"/>
            <p:cNvCxnSpPr/>
            <p:nvPr/>
          </p:nvCxnSpPr>
          <p:spPr>
            <a:xfrm>
              <a:off x="0" y="1651749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10" name="Google Shape;510;p20"/>
            <p:cNvCxnSpPr/>
            <p:nvPr/>
          </p:nvCxnSpPr>
          <p:spPr>
            <a:xfrm>
              <a:off x="0" y="3278098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11" name="Google Shape;511;p20"/>
            <p:cNvCxnSpPr/>
            <p:nvPr/>
          </p:nvCxnSpPr>
          <p:spPr>
            <a:xfrm>
              <a:off x="0" y="4904447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12" name="Google Shape;512;p20"/>
            <p:cNvCxnSpPr/>
            <p:nvPr/>
          </p:nvCxnSpPr>
          <p:spPr>
            <a:xfrm>
              <a:off x="0" y="6530796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513" name="Google Shape;51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9924" y="685313"/>
            <a:ext cx="11548150" cy="83628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4" name="Google Shape;514;p20"/>
          <p:cNvGrpSpPr/>
          <p:nvPr/>
        </p:nvGrpSpPr>
        <p:grpSpPr>
          <a:xfrm>
            <a:off x="0" y="6993084"/>
            <a:ext cx="18288000" cy="3293916"/>
            <a:chOff x="0" y="-85725"/>
            <a:chExt cx="4816593" cy="867533"/>
          </a:xfrm>
        </p:grpSpPr>
        <p:sp>
          <p:nvSpPr>
            <p:cNvPr id="515" name="Google Shape;515;p20"/>
            <p:cNvSpPr/>
            <p:nvPr/>
          </p:nvSpPr>
          <p:spPr>
            <a:xfrm>
              <a:off x="0" y="0"/>
              <a:ext cx="4816592" cy="781808"/>
            </a:xfrm>
            <a:custGeom>
              <a:avLst/>
              <a:gdLst/>
              <a:ahLst/>
              <a:cxnLst/>
              <a:rect l="l" t="t" r="r" b="b"/>
              <a:pathLst>
                <a:path w="4816592" h="781808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781808"/>
                  </a:lnTo>
                  <a:lnTo>
                    <a:pt x="0" y="781808"/>
                  </a:lnTo>
                  <a:close/>
                </a:path>
              </a:pathLst>
            </a:custGeom>
            <a:solidFill>
              <a:srgbClr val="08524D"/>
            </a:solidFill>
            <a:ln>
              <a:noFill/>
            </a:ln>
          </p:spPr>
        </p:sp>
        <p:sp>
          <p:nvSpPr>
            <p:cNvPr id="516" name="Google Shape;516;p20"/>
            <p:cNvSpPr txBox="1"/>
            <p:nvPr/>
          </p:nvSpPr>
          <p:spPr>
            <a:xfrm>
              <a:off x="0" y="-85725"/>
              <a:ext cx="4816593" cy="8675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7" name="Google Shape;517;p20"/>
          <p:cNvSpPr txBox="1"/>
          <p:nvPr/>
        </p:nvSpPr>
        <p:spPr>
          <a:xfrm>
            <a:off x="331466" y="7340592"/>
            <a:ext cx="3230959" cy="3401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969" b="0" i="0" u="none" strike="noStrike" cap="none" dirty="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07</a:t>
            </a:r>
            <a:endParaRPr dirty="0"/>
          </a:p>
        </p:txBody>
      </p:sp>
      <p:sp>
        <p:nvSpPr>
          <p:cNvPr id="518" name="Google Shape;518;p20"/>
          <p:cNvSpPr txBox="1"/>
          <p:nvPr/>
        </p:nvSpPr>
        <p:spPr>
          <a:xfrm>
            <a:off x="3696354" y="8139637"/>
            <a:ext cx="13710135" cy="1817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23000"/>
              </a:lnSpc>
            </a:pPr>
            <a:r>
              <a:rPr lang="de-DE" sz="9600" dirty="0">
                <a:solidFill>
                  <a:srgbClr val="CCFFA4"/>
                </a:solidFill>
                <a:latin typeface="Rajdhani"/>
                <a:cs typeface="Rajdhani"/>
              </a:rPr>
              <a:t>Fazit</a:t>
            </a:r>
            <a:endParaRPr sz="9600" dirty="0">
              <a:solidFill>
                <a:srgbClr val="CCFFA4"/>
              </a:solidFill>
              <a:latin typeface="Rajdhani"/>
              <a:cs typeface="Rajdhani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6956885C-96A9-6229-FE29-A08EB3AB7859}"/>
              </a:ext>
            </a:extLst>
          </p:cNvPr>
          <p:cNvSpPr/>
          <p:nvPr/>
        </p:nvSpPr>
        <p:spPr>
          <a:xfrm>
            <a:off x="8755038" y="88287"/>
            <a:ext cx="580030" cy="47767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600" b="1" dirty="0">
              <a:solidFill>
                <a:schemeClr val="tx1"/>
              </a:solidFill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D3996280-11C2-0A10-563C-50F1A391EC96}"/>
              </a:ext>
            </a:extLst>
          </p:cNvPr>
          <p:cNvSpPr/>
          <p:nvPr/>
        </p:nvSpPr>
        <p:spPr>
          <a:xfrm>
            <a:off x="8853985" y="0"/>
            <a:ext cx="580030" cy="477672"/>
          </a:xfrm>
          <a:prstGeom prst="rect">
            <a:avLst/>
          </a:prstGeom>
          <a:solidFill>
            <a:srgbClr val="CCFF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tx1"/>
                </a:solidFill>
                <a:latin typeface="Rajdhani" panose="020B0604020202020204" charset="0"/>
                <a:cs typeface="Rajdhani" panose="020B0604020202020204" charset="0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2CA33-5A42-A7E0-8199-2AD8D6F71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68;p14">
            <a:extLst>
              <a:ext uri="{FF2B5EF4-FFF2-40B4-BE49-F238E27FC236}">
                <a16:creationId xmlns:a16="http://schemas.microsoft.com/office/drawing/2014/main" id="{6E0845FF-F2A7-1C2F-4DFC-6DB1A95C8CC4}"/>
              </a:ext>
            </a:extLst>
          </p:cNvPr>
          <p:cNvSpPr txBox="1"/>
          <p:nvPr/>
        </p:nvSpPr>
        <p:spPr>
          <a:xfrm>
            <a:off x="930606" y="634969"/>
            <a:ext cx="16426787" cy="1249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3000"/>
              </a:lnSpc>
            </a:pPr>
            <a:r>
              <a:rPr lang="de-DE" sz="6600" dirty="0">
                <a:solidFill>
                  <a:srgbClr val="CCFFA4"/>
                </a:solidFill>
                <a:latin typeface="Rajdhani"/>
                <a:cs typeface="Rajdhani"/>
              </a:rPr>
              <a:t>Wichtige Erkenntnisse</a:t>
            </a:r>
          </a:p>
        </p:txBody>
      </p:sp>
      <p:sp>
        <p:nvSpPr>
          <p:cNvPr id="7" name="Google Shape;268;p14">
            <a:extLst>
              <a:ext uri="{FF2B5EF4-FFF2-40B4-BE49-F238E27FC236}">
                <a16:creationId xmlns:a16="http://schemas.microsoft.com/office/drawing/2014/main" id="{8C5F2EBA-3BB0-CB4D-DEC9-13B42D238F01}"/>
              </a:ext>
            </a:extLst>
          </p:cNvPr>
          <p:cNvSpPr txBox="1"/>
          <p:nvPr/>
        </p:nvSpPr>
        <p:spPr>
          <a:xfrm>
            <a:off x="1028699" y="2466043"/>
            <a:ext cx="16426787" cy="6843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3000"/>
              </a:lnSpc>
            </a:pPr>
            <a:r>
              <a:rPr lang="de-DE" sz="2400" dirty="0">
                <a:solidFill>
                  <a:srgbClr val="43D29F"/>
                </a:solidFill>
                <a:latin typeface="Rajdhani"/>
                <a:cs typeface="Rajdhani"/>
              </a:rPr>
              <a:t>Zentrale Bedeutung:</a:t>
            </a:r>
          </a:p>
          <a:p>
            <a:pPr lvl="0">
              <a:lnSpc>
                <a:spcPct val="123000"/>
              </a:lnSpc>
            </a:pPr>
            <a:r>
              <a:rPr lang="de-DE" sz="2400" dirty="0">
                <a:solidFill>
                  <a:schemeClr val="tx2"/>
                </a:solidFill>
                <a:latin typeface="Rajdhani"/>
                <a:cs typeface="Rajdhani"/>
              </a:rPr>
              <a:t>Caching ist ein wesentliches Mittel, um die Performance moderner Systeme zu steigern.</a:t>
            </a:r>
          </a:p>
          <a:p>
            <a:pPr lvl="0">
              <a:lnSpc>
                <a:spcPct val="123000"/>
              </a:lnSpc>
            </a:pPr>
            <a:endParaRPr lang="de-DE" sz="2400" dirty="0">
              <a:solidFill>
                <a:schemeClr val="tx2"/>
              </a:solidFill>
              <a:latin typeface="Rajdhani"/>
              <a:cs typeface="Rajdhani"/>
            </a:endParaRPr>
          </a:p>
          <a:p>
            <a:pPr lvl="0">
              <a:lnSpc>
                <a:spcPct val="123000"/>
              </a:lnSpc>
            </a:pPr>
            <a:r>
              <a:rPr lang="de-DE" sz="2400" dirty="0">
                <a:solidFill>
                  <a:srgbClr val="43D29F"/>
                </a:solidFill>
                <a:latin typeface="Rajdhani"/>
                <a:cs typeface="Rajdhani"/>
              </a:rPr>
              <a:t>Mehrstufiges Caching: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chemeClr val="tx2"/>
                </a:solidFill>
                <a:latin typeface="Rajdhani"/>
                <a:cs typeface="Rajdhani"/>
              </a:rPr>
              <a:t>Reduziert Latenzen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chemeClr val="tx2"/>
                </a:solidFill>
                <a:latin typeface="Rajdhani"/>
                <a:cs typeface="Rajdhani"/>
              </a:rPr>
              <a:t>Entlastet Backend-Systeme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chemeClr val="tx2"/>
                </a:solidFill>
                <a:latin typeface="Rajdhani"/>
                <a:cs typeface="Rajdhani"/>
              </a:rPr>
              <a:t>Jede Cache-Ebene hat eine klar definierte Rolle im Gesamtsystem</a:t>
            </a:r>
          </a:p>
          <a:p>
            <a:pPr lvl="0">
              <a:lnSpc>
                <a:spcPct val="123000"/>
              </a:lnSpc>
            </a:pPr>
            <a:endParaRPr lang="de-DE" sz="2400" dirty="0">
              <a:solidFill>
                <a:schemeClr val="tx2"/>
              </a:solidFill>
              <a:latin typeface="Rajdhani"/>
              <a:cs typeface="Rajdhani"/>
            </a:endParaRPr>
          </a:p>
          <a:p>
            <a:pPr lvl="0">
              <a:lnSpc>
                <a:spcPct val="123000"/>
              </a:lnSpc>
            </a:pPr>
            <a:r>
              <a:rPr lang="de-DE" sz="2400" dirty="0">
                <a:solidFill>
                  <a:srgbClr val="43D29F"/>
                </a:solidFill>
                <a:latin typeface="Rajdhani"/>
                <a:cs typeface="Rajdhani"/>
              </a:rPr>
              <a:t>Erfolgsfaktoren: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chemeClr val="tx2"/>
                </a:solidFill>
                <a:latin typeface="Rajdhani"/>
                <a:cs typeface="Rajdhani"/>
              </a:rPr>
              <a:t>Durchdachte </a:t>
            </a:r>
            <a:r>
              <a:rPr lang="de-DE" sz="2400" dirty="0" err="1">
                <a:solidFill>
                  <a:schemeClr val="tx2"/>
                </a:solidFill>
                <a:latin typeface="Rajdhani"/>
                <a:cs typeface="Rajdhani"/>
              </a:rPr>
              <a:t>Invalidierungsstrategien</a:t>
            </a:r>
            <a:endParaRPr lang="de-DE" sz="2400" dirty="0">
              <a:solidFill>
                <a:schemeClr val="tx2"/>
              </a:solidFill>
              <a:latin typeface="Rajdhani"/>
              <a:cs typeface="Rajdhani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chemeClr val="tx2"/>
                </a:solidFill>
                <a:latin typeface="Rajdhani"/>
                <a:cs typeface="Rajdhani"/>
              </a:rPr>
              <a:t>Sorgfältiger Umgang mit sensiblen Daten</a:t>
            </a:r>
          </a:p>
          <a:p>
            <a:pPr lvl="0">
              <a:lnSpc>
                <a:spcPct val="123000"/>
              </a:lnSpc>
            </a:pPr>
            <a:endParaRPr lang="de-DE" sz="2400" dirty="0">
              <a:solidFill>
                <a:schemeClr val="tx2"/>
              </a:solidFill>
              <a:latin typeface="Rajdhani"/>
              <a:cs typeface="Rajdhani"/>
            </a:endParaRPr>
          </a:p>
          <a:p>
            <a:pPr lvl="0">
              <a:lnSpc>
                <a:spcPct val="123000"/>
              </a:lnSpc>
            </a:pPr>
            <a:r>
              <a:rPr lang="de-DE" sz="2400" dirty="0">
                <a:solidFill>
                  <a:srgbClr val="43D29F"/>
                </a:solidFill>
                <a:latin typeface="Rajdhani"/>
                <a:cs typeface="Rajdhani"/>
              </a:rPr>
              <a:t>Nutzen bei richtiger Umsetzung: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chemeClr val="tx2"/>
                </a:solidFill>
                <a:latin typeface="Rajdhani"/>
                <a:cs typeface="Rajdhani"/>
              </a:rPr>
              <a:t>Höhere Benutzerzufriedenheit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chemeClr val="tx2"/>
                </a:solidFill>
                <a:latin typeface="Rajdhani"/>
                <a:cs typeface="Rajdhani"/>
              </a:rPr>
              <a:t>Verbesserte Skalierbarkeit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chemeClr val="tx2"/>
                </a:solidFill>
                <a:latin typeface="Rajdhani"/>
                <a:cs typeface="Rajdhani"/>
              </a:rPr>
              <a:t>Erhöhte Systemstabilität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90B0DF39-28B1-87D3-9853-D204784D58E0}"/>
              </a:ext>
            </a:extLst>
          </p:cNvPr>
          <p:cNvSpPr/>
          <p:nvPr/>
        </p:nvSpPr>
        <p:spPr>
          <a:xfrm>
            <a:off x="8755038" y="88287"/>
            <a:ext cx="580030" cy="47767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600" b="1" dirty="0">
              <a:solidFill>
                <a:schemeClr val="tx1"/>
              </a:solidFill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9D4EA311-0AAD-66DE-6982-CE9B5A5FB427}"/>
              </a:ext>
            </a:extLst>
          </p:cNvPr>
          <p:cNvSpPr/>
          <p:nvPr/>
        </p:nvSpPr>
        <p:spPr>
          <a:xfrm>
            <a:off x="8853985" y="0"/>
            <a:ext cx="580030" cy="477672"/>
          </a:xfrm>
          <a:prstGeom prst="rect">
            <a:avLst/>
          </a:prstGeom>
          <a:solidFill>
            <a:srgbClr val="CCFF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tx1"/>
                </a:solidFill>
                <a:latin typeface="Rajdhani" panose="020B0604020202020204" charset="0"/>
                <a:cs typeface="Rajdhani" panose="020B0604020202020204" charset="0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5464966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D29F"/>
        </a:solidFill>
        <a:effectLst/>
      </p:bgPr>
    </p:bg>
    <p:spTree>
      <p:nvGrpSpPr>
        <p:cNvPr id="1" name="Shape 324">
          <a:extLst>
            <a:ext uri="{FF2B5EF4-FFF2-40B4-BE49-F238E27FC236}">
              <a16:creationId xmlns:a16="http://schemas.microsoft.com/office/drawing/2014/main" id="{518D1D74-A477-11BC-218A-2AAF915FF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oogle Shape;199;p12">
            <a:extLst>
              <a:ext uri="{FF2B5EF4-FFF2-40B4-BE49-F238E27FC236}">
                <a16:creationId xmlns:a16="http://schemas.microsoft.com/office/drawing/2014/main" id="{09C2089A-89A3-ECE9-C42D-2BCDF7BAA126}"/>
              </a:ext>
            </a:extLst>
          </p:cNvPr>
          <p:cNvGrpSpPr/>
          <p:nvPr/>
        </p:nvGrpSpPr>
        <p:grpSpPr>
          <a:xfrm>
            <a:off x="12699830" y="701670"/>
            <a:ext cx="5588166" cy="5653652"/>
            <a:chOff x="0" y="-9525"/>
            <a:chExt cx="812800" cy="822325"/>
          </a:xfrm>
        </p:grpSpPr>
        <p:sp>
          <p:nvSpPr>
            <p:cNvPr id="8" name="Google Shape;200;p12">
              <a:extLst>
                <a:ext uri="{FF2B5EF4-FFF2-40B4-BE49-F238E27FC236}">
                  <a16:creationId xmlns:a16="http://schemas.microsoft.com/office/drawing/2014/main" id="{9F5E0D02-9A5E-74D7-E2AC-418DD3E68BF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F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01;p12">
              <a:extLst>
                <a:ext uri="{FF2B5EF4-FFF2-40B4-BE49-F238E27FC236}">
                  <a16:creationId xmlns:a16="http://schemas.microsoft.com/office/drawing/2014/main" id="{66C5CD90-EA9C-EF8C-B950-86592299EA2A}"/>
                </a:ext>
              </a:extLst>
            </p:cNvPr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5" name="Google Shape;325;p16">
            <a:extLst>
              <a:ext uri="{FF2B5EF4-FFF2-40B4-BE49-F238E27FC236}">
                <a16:creationId xmlns:a16="http://schemas.microsoft.com/office/drawing/2014/main" id="{02BCE993-8F4B-00D4-9E07-CF3F1DE3AFF1}"/>
              </a:ext>
            </a:extLst>
          </p:cNvPr>
          <p:cNvGrpSpPr/>
          <p:nvPr/>
        </p:nvGrpSpPr>
        <p:grpSpPr>
          <a:xfrm>
            <a:off x="0" y="1238812"/>
            <a:ext cx="18288000" cy="4879047"/>
            <a:chOff x="0" y="25400"/>
            <a:chExt cx="24384000" cy="6505396"/>
          </a:xfrm>
        </p:grpSpPr>
        <p:cxnSp>
          <p:nvCxnSpPr>
            <p:cNvPr id="326" name="Google Shape;326;p16">
              <a:extLst>
                <a:ext uri="{FF2B5EF4-FFF2-40B4-BE49-F238E27FC236}">
                  <a16:creationId xmlns:a16="http://schemas.microsoft.com/office/drawing/2014/main" id="{931B4AEE-8722-F0FD-6604-B8F8F5DC3D38}"/>
                </a:ext>
              </a:extLst>
            </p:cNvPr>
            <p:cNvCxnSpPr/>
            <p:nvPr/>
          </p:nvCxnSpPr>
          <p:spPr>
            <a:xfrm>
              <a:off x="0" y="25400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7" name="Google Shape;327;p16">
              <a:extLst>
                <a:ext uri="{FF2B5EF4-FFF2-40B4-BE49-F238E27FC236}">
                  <a16:creationId xmlns:a16="http://schemas.microsoft.com/office/drawing/2014/main" id="{748BC67C-0F06-10EF-8448-13E5E483FAD4}"/>
                </a:ext>
              </a:extLst>
            </p:cNvPr>
            <p:cNvCxnSpPr/>
            <p:nvPr/>
          </p:nvCxnSpPr>
          <p:spPr>
            <a:xfrm>
              <a:off x="0" y="1651749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8" name="Google Shape;328;p16">
              <a:extLst>
                <a:ext uri="{FF2B5EF4-FFF2-40B4-BE49-F238E27FC236}">
                  <a16:creationId xmlns:a16="http://schemas.microsoft.com/office/drawing/2014/main" id="{D1825F45-0876-7CF1-779D-E5AA6C63BB3B}"/>
                </a:ext>
              </a:extLst>
            </p:cNvPr>
            <p:cNvCxnSpPr/>
            <p:nvPr/>
          </p:nvCxnSpPr>
          <p:spPr>
            <a:xfrm>
              <a:off x="0" y="3278098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9" name="Google Shape;329;p16">
              <a:extLst>
                <a:ext uri="{FF2B5EF4-FFF2-40B4-BE49-F238E27FC236}">
                  <a16:creationId xmlns:a16="http://schemas.microsoft.com/office/drawing/2014/main" id="{B85E1FEC-8068-0155-266A-A9E5A1F5DC67}"/>
                </a:ext>
              </a:extLst>
            </p:cNvPr>
            <p:cNvCxnSpPr/>
            <p:nvPr/>
          </p:nvCxnSpPr>
          <p:spPr>
            <a:xfrm>
              <a:off x="0" y="4904447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0" name="Google Shape;330;p16">
              <a:extLst>
                <a:ext uri="{FF2B5EF4-FFF2-40B4-BE49-F238E27FC236}">
                  <a16:creationId xmlns:a16="http://schemas.microsoft.com/office/drawing/2014/main" id="{E2C7B82E-4299-3034-F71D-CD5A96B03163}"/>
                </a:ext>
              </a:extLst>
            </p:cNvPr>
            <p:cNvCxnSpPr/>
            <p:nvPr/>
          </p:nvCxnSpPr>
          <p:spPr>
            <a:xfrm>
              <a:off x="0" y="6530796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331" name="Google Shape;331;p16">
            <a:extLst>
              <a:ext uri="{FF2B5EF4-FFF2-40B4-BE49-F238E27FC236}">
                <a16:creationId xmlns:a16="http://schemas.microsoft.com/office/drawing/2014/main" id="{1C8A7EDD-0E02-5E14-82B3-37EF9FD64D9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2475" y="242546"/>
            <a:ext cx="11296899" cy="921524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2" name="Google Shape;332;p16">
            <a:extLst>
              <a:ext uri="{FF2B5EF4-FFF2-40B4-BE49-F238E27FC236}">
                <a16:creationId xmlns:a16="http://schemas.microsoft.com/office/drawing/2014/main" id="{13C4B788-AEAA-E3EB-A681-B9756224239D}"/>
              </a:ext>
            </a:extLst>
          </p:cNvPr>
          <p:cNvGrpSpPr/>
          <p:nvPr/>
        </p:nvGrpSpPr>
        <p:grpSpPr>
          <a:xfrm>
            <a:off x="0" y="6993084"/>
            <a:ext cx="18288000" cy="3293916"/>
            <a:chOff x="0" y="-85725"/>
            <a:chExt cx="4816593" cy="867533"/>
          </a:xfrm>
        </p:grpSpPr>
        <p:sp>
          <p:nvSpPr>
            <p:cNvPr id="333" name="Google Shape;333;p16">
              <a:extLst>
                <a:ext uri="{FF2B5EF4-FFF2-40B4-BE49-F238E27FC236}">
                  <a16:creationId xmlns:a16="http://schemas.microsoft.com/office/drawing/2014/main" id="{2E233076-5750-A2EB-AC96-A8A3A7B2CA46}"/>
                </a:ext>
              </a:extLst>
            </p:cNvPr>
            <p:cNvSpPr/>
            <p:nvPr/>
          </p:nvSpPr>
          <p:spPr>
            <a:xfrm>
              <a:off x="0" y="0"/>
              <a:ext cx="4816592" cy="781808"/>
            </a:xfrm>
            <a:custGeom>
              <a:avLst/>
              <a:gdLst/>
              <a:ahLst/>
              <a:cxnLst/>
              <a:rect l="l" t="t" r="r" b="b"/>
              <a:pathLst>
                <a:path w="4816592" h="781808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781808"/>
                  </a:lnTo>
                  <a:lnTo>
                    <a:pt x="0" y="781808"/>
                  </a:lnTo>
                  <a:close/>
                </a:path>
              </a:pathLst>
            </a:custGeom>
            <a:solidFill>
              <a:srgbClr val="08524D"/>
            </a:solidFill>
            <a:ln>
              <a:noFill/>
            </a:ln>
          </p:spPr>
        </p:sp>
        <p:sp>
          <p:nvSpPr>
            <p:cNvPr id="334" name="Google Shape;334;p16">
              <a:extLst>
                <a:ext uri="{FF2B5EF4-FFF2-40B4-BE49-F238E27FC236}">
                  <a16:creationId xmlns:a16="http://schemas.microsoft.com/office/drawing/2014/main" id="{AC3B3231-80E2-E8B6-0484-A6A865FCF9E2}"/>
                </a:ext>
              </a:extLst>
            </p:cNvPr>
            <p:cNvSpPr txBox="1"/>
            <p:nvPr/>
          </p:nvSpPr>
          <p:spPr>
            <a:xfrm>
              <a:off x="0" y="-85725"/>
              <a:ext cx="4816593" cy="8675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5" name="Google Shape;335;p16">
            <a:extLst>
              <a:ext uri="{FF2B5EF4-FFF2-40B4-BE49-F238E27FC236}">
                <a16:creationId xmlns:a16="http://schemas.microsoft.com/office/drawing/2014/main" id="{ACD9B95D-04A8-2F8C-2299-FC3253B5AC55}"/>
              </a:ext>
            </a:extLst>
          </p:cNvPr>
          <p:cNvSpPr txBox="1"/>
          <p:nvPr/>
        </p:nvSpPr>
        <p:spPr>
          <a:xfrm>
            <a:off x="331466" y="7282364"/>
            <a:ext cx="3231000" cy="3401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969" b="0" i="0" u="none" strike="noStrike" cap="none" dirty="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08</a:t>
            </a:r>
            <a:endParaRPr dirty="0"/>
          </a:p>
        </p:txBody>
      </p:sp>
      <p:sp>
        <p:nvSpPr>
          <p:cNvPr id="336" name="Google Shape;336;p16">
            <a:extLst>
              <a:ext uri="{FF2B5EF4-FFF2-40B4-BE49-F238E27FC236}">
                <a16:creationId xmlns:a16="http://schemas.microsoft.com/office/drawing/2014/main" id="{13BE1474-2830-A5E2-B76F-4573319E5BEA}"/>
              </a:ext>
            </a:extLst>
          </p:cNvPr>
          <p:cNvSpPr txBox="1"/>
          <p:nvPr/>
        </p:nvSpPr>
        <p:spPr>
          <a:xfrm>
            <a:off x="4983412" y="8189030"/>
            <a:ext cx="12158176" cy="1817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algn="ctr">
              <a:lnSpc>
                <a:spcPct val="123000"/>
              </a:lnSpc>
            </a:pPr>
            <a:r>
              <a:rPr lang="de-DE" sz="9600" dirty="0">
                <a:solidFill>
                  <a:srgbClr val="CCFFA4"/>
                </a:solidFill>
                <a:latin typeface="Rajdhani"/>
                <a:cs typeface="Rajdhani"/>
              </a:rPr>
              <a:t>Quiz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1F2B368-D1C4-AECB-FBBF-31A1D89D7A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66204" y="1939589"/>
            <a:ext cx="2855418" cy="2855418"/>
          </a:xfrm>
          <a:prstGeom prst="rect">
            <a:avLst/>
          </a:prstGeom>
        </p:spPr>
      </p:pic>
      <p:grpSp>
        <p:nvGrpSpPr>
          <p:cNvPr id="4" name="Google Shape;202;p12">
            <a:extLst>
              <a:ext uri="{FF2B5EF4-FFF2-40B4-BE49-F238E27FC236}">
                <a16:creationId xmlns:a16="http://schemas.microsoft.com/office/drawing/2014/main" id="{8FEB5997-F737-D5D6-730F-8C924996431A}"/>
              </a:ext>
            </a:extLst>
          </p:cNvPr>
          <p:cNvGrpSpPr/>
          <p:nvPr/>
        </p:nvGrpSpPr>
        <p:grpSpPr>
          <a:xfrm>
            <a:off x="12699834" y="280869"/>
            <a:ext cx="5588166" cy="5653652"/>
            <a:chOff x="0" y="-9525"/>
            <a:chExt cx="812800" cy="822325"/>
          </a:xfrm>
        </p:grpSpPr>
        <p:sp>
          <p:nvSpPr>
            <p:cNvPr id="5" name="Google Shape;203;p12">
              <a:extLst>
                <a:ext uri="{FF2B5EF4-FFF2-40B4-BE49-F238E27FC236}">
                  <a16:creationId xmlns:a16="http://schemas.microsoft.com/office/drawing/2014/main" id="{B837EDE1-6F08-8FB7-B0FE-B087752A616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04;p12">
              <a:extLst>
                <a:ext uri="{FF2B5EF4-FFF2-40B4-BE49-F238E27FC236}">
                  <a16:creationId xmlns:a16="http://schemas.microsoft.com/office/drawing/2014/main" id="{9D3039D9-9464-036A-9787-79E2DF0DAC30}"/>
                </a:ext>
              </a:extLst>
            </p:cNvPr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Rechteck 1">
            <a:extLst>
              <a:ext uri="{FF2B5EF4-FFF2-40B4-BE49-F238E27FC236}">
                <a16:creationId xmlns:a16="http://schemas.microsoft.com/office/drawing/2014/main" id="{719A0E97-CB98-E64C-8A86-A01D1604543E}"/>
              </a:ext>
            </a:extLst>
          </p:cNvPr>
          <p:cNvSpPr/>
          <p:nvPr/>
        </p:nvSpPr>
        <p:spPr>
          <a:xfrm>
            <a:off x="8755038" y="88287"/>
            <a:ext cx="580030" cy="47767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600" b="1" dirty="0">
              <a:solidFill>
                <a:schemeClr val="tx1"/>
              </a:solidFill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CF0F4BC3-67AF-16CC-067E-C17A89D80A8D}"/>
              </a:ext>
            </a:extLst>
          </p:cNvPr>
          <p:cNvSpPr/>
          <p:nvPr/>
        </p:nvSpPr>
        <p:spPr>
          <a:xfrm>
            <a:off x="8853985" y="0"/>
            <a:ext cx="580030" cy="477672"/>
          </a:xfrm>
          <a:prstGeom prst="rect">
            <a:avLst/>
          </a:prstGeom>
          <a:solidFill>
            <a:srgbClr val="CCFF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tx1"/>
                </a:solidFill>
                <a:latin typeface="Rajdhani" panose="020B0604020202020204" charset="0"/>
                <a:cs typeface="Rajdhani" panose="020B0604020202020204" charset="0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32520090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24D"/>
        </a:solidFill>
        <a:effectLst/>
      </p:bgPr>
    </p:bg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1" name="Google Shape;65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0758" y="623350"/>
            <a:ext cx="8788121" cy="903332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55;p9">
            <a:extLst>
              <a:ext uri="{FF2B5EF4-FFF2-40B4-BE49-F238E27FC236}">
                <a16:creationId xmlns:a16="http://schemas.microsoft.com/office/drawing/2014/main" id="{6F78C7D8-928E-CBB1-818C-2860842C30E4}"/>
              </a:ext>
            </a:extLst>
          </p:cNvPr>
          <p:cNvSpPr txBox="1"/>
          <p:nvPr/>
        </p:nvSpPr>
        <p:spPr>
          <a:xfrm>
            <a:off x="1028700" y="9747437"/>
            <a:ext cx="275173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de-DE" sz="2400" dirty="0">
                <a:solidFill>
                  <a:srgbClr val="CCFFA4"/>
                </a:solidFill>
                <a:latin typeface="Rajdhani"/>
                <a:cs typeface="Rajdhani"/>
              </a:rPr>
              <a:t>Torsten Steinmüller</a:t>
            </a:r>
            <a:endParaRPr sz="2400" dirty="0">
              <a:solidFill>
                <a:srgbClr val="CCFFA4"/>
              </a:solidFill>
              <a:latin typeface="Rajdhani"/>
              <a:cs typeface="Rajdhani"/>
            </a:endParaRPr>
          </a:p>
        </p:txBody>
      </p:sp>
      <p:sp>
        <p:nvSpPr>
          <p:cNvPr id="6" name="Google Shape;155;p9">
            <a:extLst>
              <a:ext uri="{FF2B5EF4-FFF2-40B4-BE49-F238E27FC236}">
                <a16:creationId xmlns:a16="http://schemas.microsoft.com/office/drawing/2014/main" id="{4AE35383-4797-B4FD-5363-D3D515B78F3C}"/>
              </a:ext>
            </a:extLst>
          </p:cNvPr>
          <p:cNvSpPr txBox="1"/>
          <p:nvPr/>
        </p:nvSpPr>
        <p:spPr>
          <a:xfrm>
            <a:off x="13893421" y="9747436"/>
            <a:ext cx="3782704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r">
              <a:lnSpc>
                <a:spcPct val="90000"/>
              </a:lnSpc>
            </a:pPr>
            <a:r>
              <a:rPr lang="de-DE" sz="2400" dirty="0">
                <a:solidFill>
                  <a:srgbClr val="CCFFA4"/>
                </a:solidFill>
                <a:latin typeface="Rajdhani"/>
                <a:cs typeface="Rajdhani"/>
              </a:rPr>
              <a:t>Kamal Badawi – 5236028</a:t>
            </a:r>
            <a:endParaRPr sz="2400" dirty="0">
              <a:solidFill>
                <a:srgbClr val="CCFFA4"/>
              </a:solidFill>
              <a:latin typeface="Rajdhani"/>
              <a:cs typeface="Rajdhani"/>
            </a:endParaRPr>
          </a:p>
        </p:txBody>
      </p:sp>
      <p:sp>
        <p:nvSpPr>
          <p:cNvPr id="7" name="Google Shape;155;p9">
            <a:extLst>
              <a:ext uri="{FF2B5EF4-FFF2-40B4-BE49-F238E27FC236}">
                <a16:creationId xmlns:a16="http://schemas.microsoft.com/office/drawing/2014/main" id="{29D9F4DC-799E-387D-021A-0F36784D847E}"/>
              </a:ext>
            </a:extLst>
          </p:cNvPr>
          <p:cNvSpPr txBox="1"/>
          <p:nvPr/>
        </p:nvSpPr>
        <p:spPr>
          <a:xfrm>
            <a:off x="7252648" y="9747435"/>
            <a:ext cx="3782704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90000"/>
              </a:lnSpc>
            </a:pPr>
            <a:r>
              <a:rPr lang="de-DE" sz="2400" dirty="0">
                <a:solidFill>
                  <a:srgbClr val="CCFFA4"/>
                </a:solidFill>
                <a:latin typeface="Rajdhani"/>
                <a:cs typeface="Rajdhani"/>
              </a:rPr>
              <a:t>16. Januar 2026</a:t>
            </a:r>
          </a:p>
        </p:txBody>
      </p:sp>
      <p:sp>
        <p:nvSpPr>
          <p:cNvPr id="2" name="Google Shape;652;p24">
            <a:extLst>
              <a:ext uri="{FF2B5EF4-FFF2-40B4-BE49-F238E27FC236}">
                <a16:creationId xmlns:a16="http://schemas.microsoft.com/office/drawing/2014/main" id="{9B1B7547-CA21-78A0-BAAE-743A07C31A72}"/>
              </a:ext>
            </a:extLst>
          </p:cNvPr>
          <p:cNvSpPr txBox="1"/>
          <p:nvPr/>
        </p:nvSpPr>
        <p:spPr>
          <a:xfrm>
            <a:off x="8898340" y="6719947"/>
            <a:ext cx="8563302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00" b="0" i="0" u="none" strike="noStrike" cap="none" dirty="0">
                <a:solidFill>
                  <a:srgbClr val="CCFFA4"/>
                </a:solidFill>
                <a:latin typeface="Rajdhani"/>
                <a:ea typeface="Rajdhani"/>
                <a:cs typeface="Rajdhani"/>
                <a:sym typeface="Rajdhani"/>
              </a:rPr>
              <a:t>Vielen Dank</a:t>
            </a:r>
            <a:endParaRPr sz="1200" dirty="0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C1667A98-0157-E332-A5D7-853691210EE6}"/>
              </a:ext>
            </a:extLst>
          </p:cNvPr>
          <p:cNvSpPr/>
          <p:nvPr/>
        </p:nvSpPr>
        <p:spPr>
          <a:xfrm>
            <a:off x="8755038" y="88287"/>
            <a:ext cx="580030" cy="47767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600" b="1" dirty="0">
              <a:solidFill>
                <a:schemeClr val="tx1"/>
              </a:solidFill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A2F92D0-DF88-4516-7163-3B8D9A4C9C5E}"/>
              </a:ext>
            </a:extLst>
          </p:cNvPr>
          <p:cNvSpPr/>
          <p:nvPr/>
        </p:nvSpPr>
        <p:spPr>
          <a:xfrm>
            <a:off x="8853985" y="0"/>
            <a:ext cx="580030" cy="477672"/>
          </a:xfrm>
          <a:prstGeom prst="rect">
            <a:avLst/>
          </a:prstGeom>
          <a:solidFill>
            <a:srgbClr val="CCFF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tx1"/>
                </a:solidFill>
                <a:latin typeface="Rajdhani" panose="020B0604020202020204" charset="0"/>
                <a:cs typeface="Rajdhani" panose="020B0604020202020204" charset="0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D29F"/>
        </a:solidFill>
        <a:effectLst/>
      </p:bgPr>
    </p:bg>
    <p:spTree>
      <p:nvGrpSpPr>
        <p:cNvPr id="1" name="Shape 324">
          <a:extLst>
            <a:ext uri="{FF2B5EF4-FFF2-40B4-BE49-F238E27FC236}">
              <a16:creationId xmlns:a16="http://schemas.microsoft.com/office/drawing/2014/main" id="{2F6ECF75-D6E3-B9B2-FD53-9FED0819E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oogle Shape;199;p12">
            <a:extLst>
              <a:ext uri="{FF2B5EF4-FFF2-40B4-BE49-F238E27FC236}">
                <a16:creationId xmlns:a16="http://schemas.microsoft.com/office/drawing/2014/main" id="{BFC8B04C-948B-F160-3457-17C5CC1A7193}"/>
              </a:ext>
            </a:extLst>
          </p:cNvPr>
          <p:cNvGrpSpPr/>
          <p:nvPr/>
        </p:nvGrpSpPr>
        <p:grpSpPr>
          <a:xfrm>
            <a:off x="12699830" y="701670"/>
            <a:ext cx="5588166" cy="5653652"/>
            <a:chOff x="0" y="-9525"/>
            <a:chExt cx="812800" cy="822325"/>
          </a:xfrm>
        </p:grpSpPr>
        <p:sp>
          <p:nvSpPr>
            <p:cNvPr id="8" name="Google Shape;200;p12">
              <a:extLst>
                <a:ext uri="{FF2B5EF4-FFF2-40B4-BE49-F238E27FC236}">
                  <a16:creationId xmlns:a16="http://schemas.microsoft.com/office/drawing/2014/main" id="{13347E05-606C-B994-D3C2-9F69F7DED74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F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01;p12">
              <a:extLst>
                <a:ext uri="{FF2B5EF4-FFF2-40B4-BE49-F238E27FC236}">
                  <a16:creationId xmlns:a16="http://schemas.microsoft.com/office/drawing/2014/main" id="{F60BCF96-20DC-AF81-D286-21F1CB8B1210}"/>
                </a:ext>
              </a:extLst>
            </p:cNvPr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5" name="Google Shape;325;p16">
            <a:extLst>
              <a:ext uri="{FF2B5EF4-FFF2-40B4-BE49-F238E27FC236}">
                <a16:creationId xmlns:a16="http://schemas.microsoft.com/office/drawing/2014/main" id="{8866C4E6-5AF1-C8D5-33E1-53DBDEDAA1F7}"/>
              </a:ext>
            </a:extLst>
          </p:cNvPr>
          <p:cNvGrpSpPr/>
          <p:nvPr/>
        </p:nvGrpSpPr>
        <p:grpSpPr>
          <a:xfrm>
            <a:off x="0" y="1238812"/>
            <a:ext cx="18288000" cy="4879047"/>
            <a:chOff x="0" y="25400"/>
            <a:chExt cx="24384000" cy="6505396"/>
          </a:xfrm>
        </p:grpSpPr>
        <p:cxnSp>
          <p:nvCxnSpPr>
            <p:cNvPr id="326" name="Google Shape;326;p16">
              <a:extLst>
                <a:ext uri="{FF2B5EF4-FFF2-40B4-BE49-F238E27FC236}">
                  <a16:creationId xmlns:a16="http://schemas.microsoft.com/office/drawing/2014/main" id="{BC7006AA-54AE-6884-556C-396B78D0748E}"/>
                </a:ext>
              </a:extLst>
            </p:cNvPr>
            <p:cNvCxnSpPr/>
            <p:nvPr/>
          </p:nvCxnSpPr>
          <p:spPr>
            <a:xfrm>
              <a:off x="0" y="25400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7" name="Google Shape;327;p16">
              <a:extLst>
                <a:ext uri="{FF2B5EF4-FFF2-40B4-BE49-F238E27FC236}">
                  <a16:creationId xmlns:a16="http://schemas.microsoft.com/office/drawing/2014/main" id="{C5782A16-5FE3-A59B-658C-BCAD2CFD20B8}"/>
                </a:ext>
              </a:extLst>
            </p:cNvPr>
            <p:cNvCxnSpPr/>
            <p:nvPr/>
          </p:nvCxnSpPr>
          <p:spPr>
            <a:xfrm>
              <a:off x="0" y="1651749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8" name="Google Shape;328;p16">
              <a:extLst>
                <a:ext uri="{FF2B5EF4-FFF2-40B4-BE49-F238E27FC236}">
                  <a16:creationId xmlns:a16="http://schemas.microsoft.com/office/drawing/2014/main" id="{CD080FC3-27A9-62EB-9C16-77F3D00B7433}"/>
                </a:ext>
              </a:extLst>
            </p:cNvPr>
            <p:cNvCxnSpPr/>
            <p:nvPr/>
          </p:nvCxnSpPr>
          <p:spPr>
            <a:xfrm>
              <a:off x="0" y="3278098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9" name="Google Shape;329;p16">
              <a:extLst>
                <a:ext uri="{FF2B5EF4-FFF2-40B4-BE49-F238E27FC236}">
                  <a16:creationId xmlns:a16="http://schemas.microsoft.com/office/drawing/2014/main" id="{8EBB40E1-3E66-1CA7-F8B2-C176FE3C4397}"/>
                </a:ext>
              </a:extLst>
            </p:cNvPr>
            <p:cNvCxnSpPr/>
            <p:nvPr/>
          </p:nvCxnSpPr>
          <p:spPr>
            <a:xfrm>
              <a:off x="0" y="4904447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0" name="Google Shape;330;p16">
              <a:extLst>
                <a:ext uri="{FF2B5EF4-FFF2-40B4-BE49-F238E27FC236}">
                  <a16:creationId xmlns:a16="http://schemas.microsoft.com/office/drawing/2014/main" id="{B031DE35-4DCB-A861-64F0-D954BF6EB505}"/>
                </a:ext>
              </a:extLst>
            </p:cNvPr>
            <p:cNvCxnSpPr/>
            <p:nvPr/>
          </p:nvCxnSpPr>
          <p:spPr>
            <a:xfrm>
              <a:off x="0" y="6530796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331" name="Google Shape;331;p16">
            <a:extLst>
              <a:ext uri="{FF2B5EF4-FFF2-40B4-BE49-F238E27FC236}">
                <a16:creationId xmlns:a16="http://schemas.microsoft.com/office/drawing/2014/main" id="{6ED082B9-52CE-4549-95BA-4DC0951856F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2475" y="242546"/>
            <a:ext cx="11296899" cy="921524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2" name="Google Shape;332;p16">
            <a:extLst>
              <a:ext uri="{FF2B5EF4-FFF2-40B4-BE49-F238E27FC236}">
                <a16:creationId xmlns:a16="http://schemas.microsoft.com/office/drawing/2014/main" id="{E94F0145-CC4F-DEB6-383F-54AF1EFF890A}"/>
              </a:ext>
            </a:extLst>
          </p:cNvPr>
          <p:cNvGrpSpPr/>
          <p:nvPr/>
        </p:nvGrpSpPr>
        <p:grpSpPr>
          <a:xfrm>
            <a:off x="0" y="6993084"/>
            <a:ext cx="18288000" cy="3293916"/>
            <a:chOff x="0" y="-85725"/>
            <a:chExt cx="4816593" cy="867533"/>
          </a:xfrm>
        </p:grpSpPr>
        <p:sp>
          <p:nvSpPr>
            <p:cNvPr id="333" name="Google Shape;333;p16">
              <a:extLst>
                <a:ext uri="{FF2B5EF4-FFF2-40B4-BE49-F238E27FC236}">
                  <a16:creationId xmlns:a16="http://schemas.microsoft.com/office/drawing/2014/main" id="{AEAF0877-6989-8B37-0847-EE7F7692E6EB}"/>
                </a:ext>
              </a:extLst>
            </p:cNvPr>
            <p:cNvSpPr/>
            <p:nvPr/>
          </p:nvSpPr>
          <p:spPr>
            <a:xfrm>
              <a:off x="0" y="0"/>
              <a:ext cx="4816592" cy="781808"/>
            </a:xfrm>
            <a:custGeom>
              <a:avLst/>
              <a:gdLst/>
              <a:ahLst/>
              <a:cxnLst/>
              <a:rect l="l" t="t" r="r" b="b"/>
              <a:pathLst>
                <a:path w="4816592" h="781808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781808"/>
                  </a:lnTo>
                  <a:lnTo>
                    <a:pt x="0" y="781808"/>
                  </a:lnTo>
                  <a:close/>
                </a:path>
              </a:pathLst>
            </a:custGeom>
            <a:solidFill>
              <a:srgbClr val="08524D"/>
            </a:solidFill>
            <a:ln>
              <a:noFill/>
            </a:ln>
          </p:spPr>
        </p:sp>
        <p:sp>
          <p:nvSpPr>
            <p:cNvPr id="334" name="Google Shape;334;p16">
              <a:extLst>
                <a:ext uri="{FF2B5EF4-FFF2-40B4-BE49-F238E27FC236}">
                  <a16:creationId xmlns:a16="http://schemas.microsoft.com/office/drawing/2014/main" id="{5854E8D8-DEDE-E026-AE1E-2F93E4A658DE}"/>
                </a:ext>
              </a:extLst>
            </p:cNvPr>
            <p:cNvSpPr txBox="1"/>
            <p:nvPr/>
          </p:nvSpPr>
          <p:spPr>
            <a:xfrm>
              <a:off x="0" y="-85725"/>
              <a:ext cx="4816593" cy="8675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6" name="Google Shape;336;p16">
            <a:extLst>
              <a:ext uri="{FF2B5EF4-FFF2-40B4-BE49-F238E27FC236}">
                <a16:creationId xmlns:a16="http://schemas.microsoft.com/office/drawing/2014/main" id="{58C10922-250E-3FCE-B09F-07C126DBD6E1}"/>
              </a:ext>
            </a:extLst>
          </p:cNvPr>
          <p:cNvSpPr txBox="1"/>
          <p:nvPr/>
        </p:nvSpPr>
        <p:spPr>
          <a:xfrm>
            <a:off x="4983412" y="8189030"/>
            <a:ext cx="12158176" cy="1817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algn="ctr">
              <a:lnSpc>
                <a:spcPct val="123000"/>
              </a:lnSpc>
            </a:pPr>
            <a:r>
              <a:rPr lang="de-DE" sz="9600" dirty="0">
                <a:solidFill>
                  <a:srgbClr val="CCFFA4"/>
                </a:solidFill>
                <a:latin typeface="Rajdhani"/>
                <a:cs typeface="Rajdhani"/>
              </a:rPr>
              <a:t>GitHub</a:t>
            </a:r>
          </a:p>
        </p:txBody>
      </p:sp>
      <p:pic>
        <p:nvPicPr>
          <p:cNvPr id="4" name="Grafik 3" descr="Ein Bild, das Kreis, Muster, Schwarzweiß, Style enthält.&#10;&#10;KI-generierte Inhalte können fehlerhaft sein.">
            <a:extLst>
              <a:ext uri="{FF2B5EF4-FFF2-40B4-BE49-F238E27FC236}">
                <a16:creationId xmlns:a16="http://schemas.microsoft.com/office/drawing/2014/main" id="{CB94D267-6EAA-4CAC-6820-414AF42A5F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07211" y="1843307"/>
            <a:ext cx="3238952" cy="3324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5100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674</Words>
  <Application>Microsoft Office PowerPoint</Application>
  <PresentationFormat>Benutzerdefiniert</PresentationFormat>
  <Paragraphs>212</Paragraphs>
  <Slides>28</Slides>
  <Notes>16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28</vt:i4>
      </vt:variant>
    </vt:vector>
  </HeadingPairs>
  <TitlesOfParts>
    <vt:vector size="33" baseType="lpstr">
      <vt:lpstr>Lato</vt:lpstr>
      <vt:lpstr>Calibri</vt:lpstr>
      <vt:lpstr>Arial</vt:lpstr>
      <vt:lpstr>Rajdhani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Kamal Badawi</dc:creator>
  <cp:lastModifiedBy>Kamal Badawi</cp:lastModifiedBy>
  <cp:revision>158</cp:revision>
  <dcterms:modified xsi:type="dcterms:W3CDTF">2026-01-16T06:56:30Z</dcterms:modified>
</cp:coreProperties>
</file>